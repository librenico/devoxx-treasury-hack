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3" r:id="rId4"/>
  </p:sldMasterIdLst>
  <p:notesMasterIdLst>
    <p:notesMasterId r:id="rId23"/>
  </p:notesMasterIdLst>
  <p:sldIdLst>
    <p:sldId id="272" r:id="rId5"/>
    <p:sldId id="257" r:id="rId6"/>
    <p:sldId id="258" r:id="rId7"/>
    <p:sldId id="260" r:id="rId8"/>
    <p:sldId id="261" r:id="rId9"/>
    <p:sldId id="262" r:id="rId10"/>
    <p:sldId id="263" r:id="rId11"/>
    <p:sldId id="264" r:id="rId12"/>
    <p:sldId id="265" r:id="rId13"/>
    <p:sldId id="267" r:id="rId14"/>
    <p:sldId id="270" r:id="rId15"/>
    <p:sldId id="268" r:id="rId16"/>
    <p:sldId id="269" r:id="rId17"/>
    <p:sldId id="271" r:id="rId18"/>
    <p:sldId id="276" r:id="rId19"/>
    <p:sldId id="277" r:id="rId20"/>
    <p:sldId id="273" r:id="rId21"/>
    <p:sldId id="278" r:id="rId22"/>
  </p:sldIdLst>
  <p:sldSz cx="9144000" cy="5145088"/>
  <p:notesSz cx="6858000" cy="9144000"/>
  <p:defaultTextStyle>
    <a:defPPr>
      <a:defRPr lang="nl-B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BD7A201-E2B2-632B-C04A-D817A20F654F}" name="Géraldine Lantin (Belfius)" initials="GL(" userId="S::geraldine.lantin@belfius.be::474bb875-07a0-4eea-aa4c-7714cba7274e" providerId="AD"/>
  <p188:author id="{4001CB2D-EE4B-19E7-315B-9CE39BC5390E}" name="Florent Istace (Belfius)" initials="FI" userId="S::Florent.Istace@belfius.be::ee5ed393-e01d-4f25-b5ea-a106ce431b8f" providerId="AD"/>
  <p188:author id="{1CC7B248-3475-30FD-E035-3F102628652C}" name="Valérie de Laminne (Belfius)" initials="V(" userId="S::valerie.delaminne@belfius.be::e075a2df-cefe-4bbf-9129-d33cfb62f6fc" providerId="AD"/>
  <p188:author id="{3D8BB4B3-7BB2-0550-15FD-9A15D6552727}" name="Valérie de Laminne (Belfius)" initials="Vd" userId="S::Valerie.deLaminne@belfius.be::e075a2df-cefe-4bbf-9129-d33cfb62f6fc" providerId="AD"/>
  <p188:author id="{F9FF47B9-2BE9-8933-B3A8-12BE0CE5A10B}" name="Zoé Muermans (Belfius)" initials="ZM(" userId="S::Zoe.Muermans@belfius.be::ef2252f6-0468-448b-86b1-9608c09ef11a" providerId="AD"/>
  <p188:author id="{27F116CC-67E6-1123-D6CC-9F731A3A6706}" name="Jonathan Perreaux (Belfius)" initials="JP(" userId="S::Jonathan.Perreaux@belfius.be::02a3ed79-24cd-45c0-a263-ade712772e13" providerId="AD"/>
  <p188:author id="{FB825FEB-3331-38B9-0443-63E8ACA3B877}" name="Karlien Mestdagh (Belfius)" initials="KM" userId="S::Karlien.Mestdagh@belfius.be::d6f2df90-380d-4b38-bfd7-2eef930baae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0045"/>
    <a:srgbClr val="8D193C"/>
    <a:srgbClr val="B2053E"/>
    <a:srgbClr val="EB0171"/>
    <a:srgbClr val="CE004E"/>
    <a:srgbClr val="C10040"/>
    <a:srgbClr val="EA006E"/>
    <a:srgbClr val="D7015B"/>
    <a:srgbClr val="C00041"/>
    <a:srgbClr val="C102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149F3F-414C-4774-A262-9BEE7AD699D0}" v="10" dt="2026-10-05T09:33:09.469"/>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Stijl, gemiddeld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ijl, gemiddeld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Stijl, donker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84746" autoAdjust="0"/>
  </p:normalViewPr>
  <p:slideViewPr>
    <p:cSldViewPr snapToGrid="0">
      <p:cViewPr varScale="1">
        <p:scale>
          <a:sx n="124" d="100"/>
          <a:sy n="124" d="100"/>
        </p:scale>
        <p:origin x="1374" y="9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ias Claes (Belfius)" userId="b9bf50ba-46e1-48d0-9660-5504c20110b2" providerId="ADAL" clId="{3E272FFD-E5CD-4340-828D-242933F657B6}"/>
    <pc:docChg chg="undo custSel addSld delSld modSld sldOrd">
      <pc:chgData name="Mattias Claes (Belfius)" userId="b9bf50ba-46e1-48d0-9660-5504c20110b2" providerId="ADAL" clId="{3E272FFD-E5CD-4340-828D-242933F657B6}" dt="2026-10-05T11:40:25.730" v="1427" actId="255"/>
      <pc:docMkLst>
        <pc:docMk/>
      </pc:docMkLst>
      <pc:sldChg chg="addSp delSp modSp add mod modClrScheme chgLayout">
        <pc:chgData name="Mattias Claes (Belfius)" userId="b9bf50ba-46e1-48d0-9660-5504c20110b2" providerId="ADAL" clId="{3E272FFD-E5CD-4340-828D-242933F657B6}" dt="2026-10-02T11:05:40.860" v="18" actId="478"/>
        <pc:sldMkLst>
          <pc:docMk/>
          <pc:sldMk cId="2091799675" sldId="257"/>
        </pc:sldMkLst>
        <pc:spChg chg="mod ord">
          <ac:chgData name="Mattias Claes (Belfius)" userId="b9bf50ba-46e1-48d0-9660-5504c20110b2" providerId="ADAL" clId="{3E272FFD-E5CD-4340-828D-242933F657B6}" dt="2026-10-02T11:05:25.483" v="15" actId="700"/>
          <ac:spMkLst>
            <pc:docMk/>
            <pc:sldMk cId="2091799675" sldId="257"/>
            <ac:spMk id="2" creationId="{5DD007A9-FC7D-0C12-29C3-D370B370E9A4}"/>
          </ac:spMkLst>
        </pc:spChg>
        <pc:picChg chg="mod ord">
          <ac:chgData name="Mattias Claes (Belfius)" userId="b9bf50ba-46e1-48d0-9660-5504c20110b2" providerId="ADAL" clId="{3E272FFD-E5CD-4340-828D-242933F657B6}" dt="2026-10-02T11:05:35.577" v="17" actId="12789"/>
          <ac:picMkLst>
            <pc:docMk/>
            <pc:sldMk cId="2091799675" sldId="257"/>
            <ac:picMk id="5" creationId="{CECA8610-79F4-8E1E-5C6D-7E580254F8A6}"/>
          </ac:picMkLst>
        </pc:picChg>
      </pc:sldChg>
      <pc:sldChg chg="addSp delSp modSp add mod modClrScheme chgLayout">
        <pc:chgData name="Mattias Claes (Belfius)" userId="b9bf50ba-46e1-48d0-9660-5504c20110b2" providerId="ADAL" clId="{3E272FFD-E5CD-4340-828D-242933F657B6}" dt="2026-10-02T11:06:12.324" v="22" actId="478"/>
        <pc:sldMkLst>
          <pc:docMk/>
          <pc:sldMk cId="3416798791" sldId="258"/>
        </pc:sldMkLst>
        <pc:spChg chg="mod ord">
          <ac:chgData name="Mattias Claes (Belfius)" userId="b9bf50ba-46e1-48d0-9660-5504c20110b2" providerId="ADAL" clId="{3E272FFD-E5CD-4340-828D-242933F657B6}" dt="2026-10-02T11:06:01.925" v="19" actId="700"/>
          <ac:spMkLst>
            <pc:docMk/>
            <pc:sldMk cId="3416798791" sldId="258"/>
            <ac:spMk id="2" creationId="{64C04EE8-9D40-B01A-DD88-A8587F6E323A}"/>
          </ac:spMkLst>
        </pc:spChg>
        <pc:picChg chg="mod ord">
          <ac:chgData name="Mattias Claes (Belfius)" userId="b9bf50ba-46e1-48d0-9660-5504c20110b2" providerId="ADAL" clId="{3E272FFD-E5CD-4340-828D-242933F657B6}" dt="2026-10-02T11:06:09.187" v="21" actId="12789"/>
          <ac:picMkLst>
            <pc:docMk/>
            <pc:sldMk cId="3416798791" sldId="258"/>
            <ac:picMk id="5" creationId="{344C9F8B-03C8-E08F-B48A-96EBDF927EA5}"/>
          </ac:picMkLst>
        </pc:picChg>
      </pc:sldChg>
      <pc:sldChg chg="addSp delSp modSp add mod modClrScheme chgLayout">
        <pc:chgData name="Mattias Claes (Belfius)" userId="b9bf50ba-46e1-48d0-9660-5504c20110b2" providerId="ADAL" clId="{3E272FFD-E5CD-4340-828D-242933F657B6}" dt="2026-10-02T11:07:28.015" v="41" actId="14"/>
        <pc:sldMkLst>
          <pc:docMk/>
          <pc:sldMk cId="1258235591" sldId="260"/>
        </pc:sldMkLst>
        <pc:spChg chg="mod">
          <ac:chgData name="Mattias Claes (Belfius)" userId="b9bf50ba-46e1-48d0-9660-5504c20110b2" providerId="ADAL" clId="{3E272FFD-E5CD-4340-828D-242933F657B6}" dt="2026-10-02T11:07:21.787" v="39" actId="14"/>
          <ac:spMkLst>
            <pc:docMk/>
            <pc:sldMk cId="1258235591" sldId="260"/>
            <ac:spMk id="3" creationId="{EEDA085D-6E4C-F5FC-37C7-D2ACCBFECC9D}"/>
          </ac:spMkLst>
        </pc:spChg>
        <pc:spChg chg="mod">
          <ac:chgData name="Mattias Claes (Belfius)" userId="b9bf50ba-46e1-48d0-9660-5504c20110b2" providerId="ADAL" clId="{3E272FFD-E5CD-4340-828D-242933F657B6}" dt="2026-10-02T11:07:24.807" v="40" actId="14"/>
          <ac:spMkLst>
            <pc:docMk/>
            <pc:sldMk cId="1258235591" sldId="260"/>
            <ac:spMk id="6" creationId="{0331D620-4B55-3B90-EED5-62249033E99B}"/>
          </ac:spMkLst>
        </pc:spChg>
        <pc:spChg chg="mod">
          <ac:chgData name="Mattias Claes (Belfius)" userId="b9bf50ba-46e1-48d0-9660-5504c20110b2" providerId="ADAL" clId="{3E272FFD-E5CD-4340-828D-242933F657B6}" dt="2026-10-02T11:07:28.015" v="41" actId="14"/>
          <ac:spMkLst>
            <pc:docMk/>
            <pc:sldMk cId="1258235591" sldId="260"/>
            <ac:spMk id="9" creationId="{36EE486F-E103-F4D7-8529-DA8BB94DDB7E}"/>
          </ac:spMkLst>
        </pc:spChg>
        <pc:spChg chg="mod ord">
          <ac:chgData name="Mattias Claes (Belfius)" userId="b9bf50ba-46e1-48d0-9660-5504c20110b2" providerId="ADAL" clId="{3E272FFD-E5CD-4340-828D-242933F657B6}" dt="2026-10-02T11:06:20.022" v="23" actId="700"/>
          <ac:spMkLst>
            <pc:docMk/>
            <pc:sldMk cId="1258235591" sldId="260"/>
            <ac:spMk id="26" creationId="{A0DEA3DD-95DA-9341-C0C9-735F97A8B8A1}"/>
          </ac:spMkLst>
        </pc:spChg>
      </pc:sldChg>
      <pc:sldChg chg="addSp delSp modSp add mod modClrScheme chgLayout">
        <pc:chgData name="Mattias Claes (Belfius)" userId="b9bf50ba-46e1-48d0-9660-5504c20110b2" providerId="ADAL" clId="{3E272FFD-E5CD-4340-828D-242933F657B6}" dt="2026-10-02T11:07:57.224" v="69" actId="1036"/>
        <pc:sldMkLst>
          <pc:docMk/>
          <pc:sldMk cId="3085720701" sldId="261"/>
        </pc:sldMkLst>
        <pc:spChg chg="mod ord">
          <ac:chgData name="Mattias Claes (Belfius)" userId="b9bf50ba-46e1-48d0-9660-5504c20110b2" providerId="ADAL" clId="{3E272FFD-E5CD-4340-828D-242933F657B6}" dt="2026-10-02T11:07:35.257" v="42" actId="700"/>
          <ac:spMkLst>
            <pc:docMk/>
            <pc:sldMk cId="3085720701" sldId="261"/>
            <ac:spMk id="2" creationId="{27C54D39-405B-3679-9AD5-9BCBA398DECB}"/>
          </ac:spMkLst>
        </pc:spChg>
        <pc:picChg chg="mod">
          <ac:chgData name="Mattias Claes (Belfius)" userId="b9bf50ba-46e1-48d0-9660-5504c20110b2" providerId="ADAL" clId="{3E272FFD-E5CD-4340-828D-242933F657B6}" dt="2026-10-02T11:07:57.224" v="69" actId="1036"/>
          <ac:picMkLst>
            <pc:docMk/>
            <pc:sldMk cId="3085720701" sldId="261"/>
            <ac:picMk id="4" creationId="{703A7A73-D3E3-B544-5D90-FADCB0AFF333}"/>
          </ac:picMkLst>
        </pc:picChg>
      </pc:sldChg>
      <pc:sldChg chg="addSp delSp modSp add mod modClrScheme chgLayout">
        <pc:chgData name="Mattias Claes (Belfius)" userId="b9bf50ba-46e1-48d0-9660-5504c20110b2" providerId="ADAL" clId="{3E272FFD-E5CD-4340-828D-242933F657B6}" dt="2026-10-02T11:07:47.482" v="45" actId="478"/>
        <pc:sldMkLst>
          <pc:docMk/>
          <pc:sldMk cId="3847865161" sldId="262"/>
        </pc:sldMkLst>
        <pc:spChg chg="mod ord">
          <ac:chgData name="Mattias Claes (Belfius)" userId="b9bf50ba-46e1-48d0-9660-5504c20110b2" providerId="ADAL" clId="{3E272FFD-E5CD-4340-828D-242933F657B6}" dt="2026-10-02T11:07:44.922" v="44" actId="700"/>
          <ac:spMkLst>
            <pc:docMk/>
            <pc:sldMk cId="3847865161" sldId="262"/>
            <ac:spMk id="2" creationId="{0B941FF2-8610-FEE5-354C-6DDAAB9170E2}"/>
          </ac:spMkLst>
        </pc:spChg>
      </pc:sldChg>
      <pc:sldChg chg="modSp add mod modClrScheme chgLayout">
        <pc:chgData name="Mattias Claes (Belfius)" userId="b9bf50ba-46e1-48d0-9660-5504c20110b2" providerId="ADAL" clId="{3E272FFD-E5CD-4340-828D-242933F657B6}" dt="2026-10-05T11:39:54.724" v="1421" actId="255"/>
        <pc:sldMkLst>
          <pc:docMk/>
          <pc:sldMk cId="3032766094" sldId="263"/>
        </pc:sldMkLst>
        <pc:spChg chg="mod ord">
          <ac:chgData name="Mattias Claes (Belfius)" userId="b9bf50ba-46e1-48d0-9660-5504c20110b2" providerId="ADAL" clId="{3E272FFD-E5CD-4340-828D-242933F657B6}" dt="2026-10-02T11:08:10.037" v="70" actId="700"/>
          <ac:spMkLst>
            <pc:docMk/>
            <pc:sldMk cId="3032766094" sldId="263"/>
            <ac:spMk id="2" creationId="{7D0A3135-3C9C-EA41-B151-B41B9216B87C}"/>
          </ac:spMkLst>
        </pc:spChg>
        <pc:spChg chg="mod ord">
          <ac:chgData name="Mattias Claes (Belfius)" userId="b9bf50ba-46e1-48d0-9660-5504c20110b2" providerId="ADAL" clId="{3E272FFD-E5CD-4340-828D-242933F657B6}" dt="2026-10-05T11:39:54.724" v="1421" actId="255"/>
          <ac:spMkLst>
            <pc:docMk/>
            <pc:sldMk cId="3032766094" sldId="263"/>
            <ac:spMk id="3" creationId="{7BE52DC7-2E6A-BCDB-5A9A-1A4890E3DD6A}"/>
          </ac:spMkLst>
        </pc:spChg>
      </pc:sldChg>
      <pc:sldChg chg="addSp delSp modSp add mod modClrScheme chgLayout">
        <pc:chgData name="Mattias Claes (Belfius)" userId="b9bf50ba-46e1-48d0-9660-5504c20110b2" providerId="ADAL" clId="{3E272FFD-E5CD-4340-828D-242933F657B6}" dt="2026-10-02T11:08:21.236" v="72" actId="478"/>
        <pc:sldMkLst>
          <pc:docMk/>
          <pc:sldMk cId="881105580" sldId="264"/>
        </pc:sldMkLst>
        <pc:spChg chg="mod ord">
          <ac:chgData name="Mattias Claes (Belfius)" userId="b9bf50ba-46e1-48d0-9660-5504c20110b2" providerId="ADAL" clId="{3E272FFD-E5CD-4340-828D-242933F657B6}" dt="2026-10-02T11:08:18.607" v="71" actId="700"/>
          <ac:spMkLst>
            <pc:docMk/>
            <pc:sldMk cId="881105580" sldId="264"/>
            <ac:spMk id="2" creationId="{17D31985-F2DE-93C1-6E60-B7C1DA253C94}"/>
          </ac:spMkLst>
        </pc:spChg>
      </pc:sldChg>
      <pc:sldChg chg="addSp delSp modSp add mod modClrScheme chgLayout">
        <pc:chgData name="Mattias Claes (Belfius)" userId="b9bf50ba-46e1-48d0-9660-5504c20110b2" providerId="ADAL" clId="{3E272FFD-E5CD-4340-828D-242933F657B6}" dt="2026-10-02T11:08:28.891" v="74" actId="478"/>
        <pc:sldMkLst>
          <pc:docMk/>
          <pc:sldMk cId="1345977705" sldId="265"/>
        </pc:sldMkLst>
        <pc:spChg chg="mod ord">
          <ac:chgData name="Mattias Claes (Belfius)" userId="b9bf50ba-46e1-48d0-9660-5504c20110b2" providerId="ADAL" clId="{3E272FFD-E5CD-4340-828D-242933F657B6}" dt="2026-10-02T11:08:25.466" v="73" actId="700"/>
          <ac:spMkLst>
            <pc:docMk/>
            <pc:sldMk cId="1345977705" sldId="265"/>
            <ac:spMk id="2" creationId="{931AB278-2639-CC2C-52FF-A9C70876EC7C}"/>
          </ac:spMkLst>
        </pc:spChg>
      </pc:sldChg>
      <pc:sldChg chg="addSp delSp modSp add mod modClrScheme chgLayout">
        <pc:chgData name="Mattias Claes (Belfius)" userId="b9bf50ba-46e1-48d0-9660-5504c20110b2" providerId="ADAL" clId="{3E272FFD-E5CD-4340-828D-242933F657B6}" dt="2026-10-02T11:10:23.107" v="173" actId="20577"/>
        <pc:sldMkLst>
          <pc:docMk/>
          <pc:sldMk cId="871221577" sldId="267"/>
        </pc:sldMkLst>
        <pc:spChg chg="add mod ord">
          <ac:chgData name="Mattias Claes (Belfius)" userId="b9bf50ba-46e1-48d0-9660-5504c20110b2" providerId="ADAL" clId="{3E272FFD-E5CD-4340-828D-242933F657B6}" dt="2026-10-02T11:10:23.107" v="173" actId="20577"/>
          <ac:spMkLst>
            <pc:docMk/>
            <pc:sldMk cId="871221577" sldId="267"/>
            <ac:spMk id="4" creationId="{1E9F2992-ADD8-6E8B-8E16-32572C79A47D}"/>
          </ac:spMkLst>
        </pc:spChg>
        <pc:spChg chg="add mod ord">
          <ac:chgData name="Mattias Claes (Belfius)" userId="b9bf50ba-46e1-48d0-9660-5504c20110b2" providerId="ADAL" clId="{3E272FFD-E5CD-4340-828D-242933F657B6}" dt="2026-10-02T11:10:08.507" v="144"/>
          <ac:spMkLst>
            <pc:docMk/>
            <pc:sldMk cId="871221577" sldId="267"/>
            <ac:spMk id="5" creationId="{2F1EEA50-6D2A-40A2-F840-50991A9B4E88}"/>
          </ac:spMkLst>
        </pc:spChg>
      </pc:sldChg>
      <pc:sldChg chg="addSp delSp modSp add mod modClrScheme chgLayout">
        <pc:chgData name="Mattias Claes (Belfius)" userId="b9bf50ba-46e1-48d0-9660-5504c20110b2" providerId="ADAL" clId="{3E272FFD-E5CD-4340-828D-242933F657B6}" dt="2026-10-05T11:40:25.730" v="1427" actId="255"/>
        <pc:sldMkLst>
          <pc:docMk/>
          <pc:sldMk cId="2224008609" sldId="268"/>
        </pc:sldMkLst>
        <pc:spChg chg="add mod">
          <ac:chgData name="Mattias Claes (Belfius)" userId="b9bf50ba-46e1-48d0-9660-5504c20110b2" providerId="ADAL" clId="{3E272FFD-E5CD-4340-828D-242933F657B6}" dt="2026-10-02T11:14:19.287" v="448" actId="1036"/>
          <ac:spMkLst>
            <pc:docMk/>
            <pc:sldMk cId="2224008609" sldId="268"/>
            <ac:spMk id="3" creationId="{8D1EDC8F-6E78-AA11-6F0D-FF3B1729A597}"/>
          </ac:spMkLst>
        </pc:spChg>
        <pc:spChg chg="mod ord">
          <ac:chgData name="Mattias Claes (Belfius)" userId="b9bf50ba-46e1-48d0-9660-5504c20110b2" providerId="ADAL" clId="{3E272FFD-E5CD-4340-828D-242933F657B6}" dt="2026-10-02T11:13:19.253" v="343" actId="700"/>
          <ac:spMkLst>
            <pc:docMk/>
            <pc:sldMk cId="2224008609" sldId="268"/>
            <ac:spMk id="4" creationId="{ADE2131E-5C9B-71BE-9E24-8A2ACAD4CE37}"/>
          </ac:spMkLst>
        </pc:spChg>
        <pc:spChg chg="mod ord">
          <ac:chgData name="Mattias Claes (Belfius)" userId="b9bf50ba-46e1-48d0-9660-5504c20110b2" providerId="ADAL" clId="{3E272FFD-E5CD-4340-828D-242933F657B6}" dt="2026-10-05T11:40:25.730" v="1427" actId="255"/>
          <ac:spMkLst>
            <pc:docMk/>
            <pc:sldMk cId="2224008609" sldId="268"/>
            <ac:spMk id="5" creationId="{82481D40-9A1A-C835-9EE8-D3D752FA9101}"/>
          </ac:spMkLst>
        </pc:spChg>
      </pc:sldChg>
      <pc:sldChg chg="addSp delSp modSp add mod modClrScheme chgLayout modNotesTx">
        <pc:chgData name="Mattias Claes (Belfius)" userId="b9bf50ba-46e1-48d0-9660-5504c20110b2" providerId="ADAL" clId="{3E272FFD-E5CD-4340-828D-242933F657B6}" dt="2026-10-02T11:15:20.901" v="492" actId="313"/>
        <pc:sldMkLst>
          <pc:docMk/>
          <pc:sldMk cId="3189374434" sldId="269"/>
        </pc:sldMkLst>
        <pc:spChg chg="mod ord">
          <ac:chgData name="Mattias Claes (Belfius)" userId="b9bf50ba-46e1-48d0-9660-5504c20110b2" providerId="ADAL" clId="{3E272FFD-E5CD-4340-828D-242933F657B6}" dt="2026-10-02T11:13:30.909" v="344" actId="700"/>
          <ac:spMkLst>
            <pc:docMk/>
            <pc:sldMk cId="3189374434" sldId="269"/>
            <ac:spMk id="2" creationId="{426F6434-C315-D99B-F958-364892A8BBCB}"/>
          </ac:spMkLst>
        </pc:spChg>
        <pc:spChg chg="add mod">
          <ac:chgData name="Mattias Claes (Belfius)" userId="b9bf50ba-46e1-48d0-9660-5504c20110b2" providerId="ADAL" clId="{3E272FFD-E5CD-4340-828D-242933F657B6}" dt="2026-10-02T11:14:25.361" v="463" actId="1036"/>
          <ac:spMkLst>
            <pc:docMk/>
            <pc:sldMk cId="3189374434" sldId="269"/>
            <ac:spMk id="7" creationId="{4E06CBDD-E3D0-8713-FFB6-DFF1F428FD8C}"/>
          </ac:spMkLst>
        </pc:spChg>
        <pc:picChg chg="mod">
          <ac:chgData name="Mattias Claes (Belfius)" userId="b9bf50ba-46e1-48d0-9660-5504c20110b2" providerId="ADAL" clId="{3E272FFD-E5CD-4340-828D-242933F657B6}" dt="2026-10-02T11:13:46.543" v="369" actId="1035"/>
          <ac:picMkLst>
            <pc:docMk/>
            <pc:sldMk cId="3189374434" sldId="269"/>
            <ac:picMk id="6" creationId="{F6F3632A-9C49-22DD-33D8-0C5A5205E203}"/>
          </ac:picMkLst>
        </pc:picChg>
      </pc:sldChg>
      <pc:sldChg chg="modSp add mod modClrScheme chgLayout">
        <pc:chgData name="Mattias Claes (Belfius)" userId="b9bf50ba-46e1-48d0-9660-5504c20110b2" providerId="ADAL" clId="{3E272FFD-E5CD-4340-828D-242933F657B6}" dt="2026-10-05T11:40:12.451" v="1424" actId="255"/>
        <pc:sldMkLst>
          <pc:docMk/>
          <pc:sldMk cId="2392616583" sldId="270"/>
        </pc:sldMkLst>
        <pc:spChg chg="mod ord">
          <ac:chgData name="Mattias Claes (Belfius)" userId="b9bf50ba-46e1-48d0-9660-5504c20110b2" providerId="ADAL" clId="{3E272FFD-E5CD-4340-828D-242933F657B6}" dt="2026-10-02T11:11:05.578" v="248" actId="700"/>
          <ac:spMkLst>
            <pc:docMk/>
            <pc:sldMk cId="2392616583" sldId="270"/>
            <ac:spMk id="2" creationId="{6C62A060-2D79-8BA5-91A3-FF66AA8025DC}"/>
          </ac:spMkLst>
        </pc:spChg>
        <pc:spChg chg="mod ord">
          <ac:chgData name="Mattias Claes (Belfius)" userId="b9bf50ba-46e1-48d0-9660-5504c20110b2" providerId="ADAL" clId="{3E272FFD-E5CD-4340-828D-242933F657B6}" dt="2026-10-05T11:40:12.451" v="1424" actId="255"/>
          <ac:spMkLst>
            <pc:docMk/>
            <pc:sldMk cId="2392616583" sldId="270"/>
            <ac:spMk id="3" creationId="{D804DDEA-D1BD-7940-B974-0EA326EA2CD1}"/>
          </ac:spMkLst>
        </pc:spChg>
        <pc:spChg chg="mod">
          <ac:chgData name="Mattias Claes (Belfius)" userId="b9bf50ba-46e1-48d0-9660-5504c20110b2" providerId="ADAL" clId="{3E272FFD-E5CD-4340-828D-242933F657B6}" dt="2026-10-02T11:14:13.261" v="433" actId="1036"/>
          <ac:spMkLst>
            <pc:docMk/>
            <pc:sldMk cId="2392616583" sldId="270"/>
            <ac:spMk id="4" creationId="{C9054E73-3DC7-FD15-FD31-6E0EF3C4E86C}"/>
          </ac:spMkLst>
        </pc:spChg>
      </pc:sldChg>
      <pc:sldChg chg="addSp delSp modSp add del mod modClrScheme chgLayout">
        <pc:chgData name="Mattias Claes (Belfius)" userId="b9bf50ba-46e1-48d0-9660-5504c20110b2" providerId="ADAL" clId="{3E272FFD-E5CD-4340-828D-242933F657B6}" dt="2026-10-05T09:18:49.092" v="501" actId="47"/>
        <pc:sldMkLst>
          <pc:docMk/>
          <pc:sldMk cId="1614354124" sldId="271"/>
        </pc:sldMkLst>
        <pc:spChg chg="mod ord">
          <ac:chgData name="Mattias Claes (Belfius)" userId="b9bf50ba-46e1-48d0-9660-5504c20110b2" providerId="ADAL" clId="{3E272FFD-E5CD-4340-828D-242933F657B6}" dt="2026-10-02T11:10:30.604" v="174" actId="700"/>
          <ac:spMkLst>
            <pc:docMk/>
            <pc:sldMk cId="1614354124" sldId="271"/>
            <ac:spMk id="2" creationId="{D214F419-BAC6-E423-6657-4CA794BC4CCA}"/>
          </ac:spMkLst>
        </pc:spChg>
        <pc:spChg chg="add mod ord">
          <ac:chgData name="Mattias Claes (Belfius)" userId="b9bf50ba-46e1-48d0-9660-5504c20110b2" providerId="ADAL" clId="{3E272FFD-E5CD-4340-828D-242933F657B6}" dt="2026-10-02T11:10:42.718" v="247" actId="20577"/>
          <ac:spMkLst>
            <pc:docMk/>
            <pc:sldMk cId="1614354124" sldId="271"/>
            <ac:spMk id="4" creationId="{9AEA14A0-CECA-255F-6AE4-E3F1158216A9}"/>
          </ac:spMkLst>
        </pc:spChg>
      </pc:sldChg>
      <pc:sldChg chg="modSp new mod">
        <pc:chgData name="Mattias Claes (Belfius)" userId="b9bf50ba-46e1-48d0-9660-5504c20110b2" providerId="ADAL" clId="{3E272FFD-E5CD-4340-828D-242933F657B6}" dt="2026-10-02T11:09:50.499" v="140" actId="20577"/>
        <pc:sldMkLst>
          <pc:docMk/>
          <pc:sldMk cId="1430789526" sldId="272"/>
        </pc:sldMkLst>
        <pc:spChg chg="mod">
          <ac:chgData name="Mattias Claes (Belfius)" userId="b9bf50ba-46e1-48d0-9660-5504c20110b2" providerId="ADAL" clId="{3E272FFD-E5CD-4340-828D-242933F657B6}" dt="2026-10-02T11:09:44.702" v="104" actId="20577"/>
          <ac:spMkLst>
            <pc:docMk/>
            <pc:sldMk cId="1430789526" sldId="272"/>
            <ac:spMk id="2" creationId="{A24D98FD-8AF8-F62A-CFE2-B92A7D8AC124}"/>
          </ac:spMkLst>
        </pc:spChg>
        <pc:spChg chg="mod">
          <ac:chgData name="Mattias Claes (Belfius)" userId="b9bf50ba-46e1-48d0-9660-5504c20110b2" providerId="ADAL" clId="{3E272FFD-E5CD-4340-828D-242933F657B6}" dt="2026-10-02T11:09:50.499" v="140" actId="20577"/>
          <ac:spMkLst>
            <pc:docMk/>
            <pc:sldMk cId="1430789526" sldId="272"/>
            <ac:spMk id="3" creationId="{D841D409-8EE3-5106-198D-09E0F7DD08E9}"/>
          </ac:spMkLst>
        </pc:spChg>
      </pc:sldChg>
      <pc:sldChg chg="addSp delSp modSp new del mod modClrScheme chgLayout">
        <pc:chgData name="Mattias Claes (Belfius)" userId="b9bf50ba-46e1-48d0-9660-5504c20110b2" providerId="ADAL" clId="{3E272FFD-E5CD-4340-828D-242933F657B6}" dt="2026-10-05T09:18:46.985" v="499" actId="47"/>
        <pc:sldMkLst>
          <pc:docMk/>
          <pc:sldMk cId="1115766219" sldId="273"/>
        </pc:sldMkLst>
        <pc:spChg chg="del">
          <ac:chgData name="Mattias Claes (Belfius)" userId="b9bf50ba-46e1-48d0-9660-5504c20110b2" providerId="ADAL" clId="{3E272FFD-E5CD-4340-828D-242933F657B6}" dt="2026-10-05T09:18:17.330" v="494" actId="6264"/>
          <ac:spMkLst>
            <pc:docMk/>
            <pc:sldMk cId="1115766219" sldId="273"/>
            <ac:spMk id="2" creationId="{2FEDC05B-92C2-1A1D-497D-B30E7CE8C32B}"/>
          </ac:spMkLst>
        </pc:spChg>
        <pc:spChg chg="mod ord">
          <ac:chgData name="Mattias Claes (Belfius)" userId="b9bf50ba-46e1-48d0-9660-5504c20110b2" providerId="ADAL" clId="{3E272FFD-E5CD-4340-828D-242933F657B6}" dt="2026-10-05T09:18:24.753" v="496" actId="20577"/>
          <ac:spMkLst>
            <pc:docMk/>
            <pc:sldMk cId="1115766219" sldId="273"/>
            <ac:spMk id="3" creationId="{035D3A31-5DD7-0766-0F74-0D7AAB926C78}"/>
          </ac:spMkLst>
        </pc:spChg>
        <pc:spChg chg="add del mod">
          <ac:chgData name="Mattias Claes (Belfius)" userId="b9bf50ba-46e1-48d0-9660-5504c20110b2" providerId="ADAL" clId="{3E272FFD-E5CD-4340-828D-242933F657B6}" dt="2026-10-05T09:18:17.330" v="494" actId="6264"/>
          <ac:spMkLst>
            <pc:docMk/>
            <pc:sldMk cId="1115766219" sldId="273"/>
            <ac:spMk id="4" creationId="{5B947ED8-C159-3B98-5122-DD78FCEA9110}"/>
          </ac:spMkLst>
        </pc:spChg>
        <pc:spChg chg="add del mod ord">
          <ac:chgData name="Mattias Claes (Belfius)" userId="b9bf50ba-46e1-48d0-9660-5504c20110b2" providerId="ADAL" clId="{3E272FFD-E5CD-4340-828D-242933F657B6}" dt="2026-10-05T09:18:20.977" v="495" actId="700"/>
          <ac:spMkLst>
            <pc:docMk/>
            <pc:sldMk cId="1115766219" sldId="273"/>
            <ac:spMk id="5" creationId="{2FE6D9C6-8C15-D382-AEE9-48997E19750A}"/>
          </ac:spMkLst>
        </pc:spChg>
        <pc:spChg chg="add del mod ord">
          <ac:chgData name="Mattias Claes (Belfius)" userId="b9bf50ba-46e1-48d0-9660-5504c20110b2" providerId="ADAL" clId="{3E272FFD-E5CD-4340-828D-242933F657B6}" dt="2026-10-05T09:18:35.550" v="497" actId="478"/>
          <ac:spMkLst>
            <pc:docMk/>
            <pc:sldMk cId="1115766219" sldId="273"/>
            <ac:spMk id="6" creationId="{0BAD1004-7AC3-7D98-580F-36A86CB54803}"/>
          </ac:spMkLst>
        </pc:spChg>
        <pc:spChg chg="add del mod ord">
          <ac:chgData name="Mattias Claes (Belfius)" userId="b9bf50ba-46e1-48d0-9660-5504c20110b2" providerId="ADAL" clId="{3E272FFD-E5CD-4340-828D-242933F657B6}" dt="2026-10-05T09:18:42.256" v="498" actId="478"/>
          <ac:spMkLst>
            <pc:docMk/>
            <pc:sldMk cId="1115766219" sldId="273"/>
            <ac:spMk id="7" creationId="{4B52D764-EF05-D235-DF49-2B5AF901A4E2}"/>
          </ac:spMkLst>
        </pc:spChg>
      </pc:sldChg>
      <pc:sldChg chg="addSp delSp modSp add mod modNotesTx">
        <pc:chgData name="Mattias Claes (Belfius)" userId="b9bf50ba-46e1-48d0-9660-5504c20110b2" providerId="ADAL" clId="{3E272FFD-E5CD-4340-828D-242933F657B6}" dt="2026-10-05T09:33:32.751" v="1418" actId="478"/>
        <pc:sldMkLst>
          <pc:docMk/>
          <pc:sldMk cId="2857195859" sldId="273"/>
        </pc:sldMkLst>
        <pc:spChg chg="del">
          <ac:chgData name="Mattias Claes (Belfius)" userId="b9bf50ba-46e1-48d0-9660-5504c20110b2" providerId="ADAL" clId="{3E272FFD-E5CD-4340-828D-242933F657B6}" dt="2026-10-05T09:19:00.681" v="508" actId="478"/>
          <ac:spMkLst>
            <pc:docMk/>
            <pc:sldMk cId="2857195859" sldId="273"/>
            <ac:spMk id="2" creationId="{B0B60DD5-2938-05EB-3C9B-387B838F6C11}"/>
          </ac:spMkLst>
        </pc:spChg>
        <pc:spChg chg="add mod">
          <ac:chgData name="Mattias Claes (Belfius)" userId="b9bf50ba-46e1-48d0-9660-5504c20110b2" providerId="ADAL" clId="{3E272FFD-E5CD-4340-828D-242933F657B6}" dt="2026-10-05T09:31:53.529" v="1394" actId="14100"/>
          <ac:spMkLst>
            <pc:docMk/>
            <pc:sldMk cId="2857195859" sldId="273"/>
            <ac:spMk id="4" creationId="{F23ECFE7-6A42-9EF1-2A6C-C7F2BBDEE76C}"/>
          </ac:spMkLst>
        </pc:spChg>
        <pc:spChg chg="del">
          <ac:chgData name="Mattias Claes (Belfius)" userId="b9bf50ba-46e1-48d0-9660-5504c20110b2" providerId="ADAL" clId="{3E272FFD-E5CD-4340-828D-242933F657B6}" dt="2026-10-05T09:18:57.633" v="507" actId="478"/>
          <ac:spMkLst>
            <pc:docMk/>
            <pc:sldMk cId="2857195859" sldId="273"/>
            <ac:spMk id="7" creationId="{F833C5EB-764A-4383-E407-F2738D301DE2}"/>
          </ac:spMkLst>
        </pc:spChg>
        <pc:picChg chg="del">
          <ac:chgData name="Mattias Claes (Belfius)" userId="b9bf50ba-46e1-48d0-9660-5504c20110b2" providerId="ADAL" clId="{3E272FFD-E5CD-4340-828D-242933F657B6}" dt="2026-10-05T09:18:54.799" v="506" actId="478"/>
          <ac:picMkLst>
            <pc:docMk/>
            <pc:sldMk cId="2857195859" sldId="273"/>
            <ac:picMk id="6" creationId="{4B256CE0-5687-89E8-EDA4-B8E110186665}"/>
          </ac:picMkLst>
        </pc:picChg>
        <pc:picChg chg="add del">
          <ac:chgData name="Mattias Claes (Belfius)" userId="b9bf50ba-46e1-48d0-9660-5504c20110b2" providerId="ADAL" clId="{3E272FFD-E5CD-4340-828D-242933F657B6}" dt="2026-10-05T09:32:16.340" v="1398" actId="478"/>
          <ac:picMkLst>
            <pc:docMk/>
            <pc:sldMk cId="2857195859" sldId="273"/>
            <ac:picMk id="8" creationId="{AD56EDA1-2A1B-0739-75CE-2F9BD24D47F9}"/>
          </ac:picMkLst>
        </pc:picChg>
        <pc:picChg chg="add mod">
          <ac:chgData name="Mattias Claes (Belfius)" userId="b9bf50ba-46e1-48d0-9660-5504c20110b2" providerId="ADAL" clId="{3E272FFD-E5CD-4340-828D-242933F657B6}" dt="2026-10-05T09:32:14.273" v="1397" actId="1076"/>
          <ac:picMkLst>
            <pc:docMk/>
            <pc:sldMk cId="2857195859" sldId="273"/>
            <ac:picMk id="10" creationId="{90CFC5C7-0A74-96B8-55BB-D85735C693BC}"/>
          </ac:picMkLst>
        </pc:picChg>
        <pc:picChg chg="add del mod">
          <ac:chgData name="Mattias Claes (Belfius)" userId="b9bf50ba-46e1-48d0-9660-5504c20110b2" providerId="ADAL" clId="{3E272FFD-E5CD-4340-828D-242933F657B6}" dt="2026-10-05T09:33:32.751" v="1418" actId="478"/>
          <ac:picMkLst>
            <pc:docMk/>
            <pc:sldMk cId="2857195859" sldId="273"/>
            <ac:picMk id="12" creationId="{313BFEC7-4BD4-E5C4-55C2-83D5893AD9F7}"/>
          </ac:picMkLst>
        </pc:picChg>
      </pc:sldChg>
      <pc:sldChg chg="delSp add del mod">
        <pc:chgData name="Mattias Claes (Belfius)" userId="b9bf50ba-46e1-48d0-9660-5504c20110b2" providerId="ADAL" clId="{3E272FFD-E5CD-4340-828D-242933F657B6}" dt="2026-10-05T09:19:11.764" v="511" actId="47"/>
        <pc:sldMkLst>
          <pc:docMk/>
          <pc:sldMk cId="2090137329" sldId="274"/>
        </pc:sldMkLst>
        <pc:spChg chg="del">
          <ac:chgData name="Mattias Claes (Belfius)" userId="b9bf50ba-46e1-48d0-9660-5504c20110b2" providerId="ADAL" clId="{3E272FFD-E5CD-4340-828D-242933F657B6}" dt="2026-10-05T09:19:07.738" v="510" actId="478"/>
          <ac:spMkLst>
            <pc:docMk/>
            <pc:sldMk cId="2090137329" sldId="274"/>
            <ac:spMk id="7" creationId="{D5E65372-A519-678C-F17E-76E270B6B18D}"/>
          </ac:spMkLst>
        </pc:spChg>
        <pc:picChg chg="del">
          <ac:chgData name="Mattias Claes (Belfius)" userId="b9bf50ba-46e1-48d0-9660-5504c20110b2" providerId="ADAL" clId="{3E272FFD-E5CD-4340-828D-242933F657B6}" dt="2026-10-05T09:19:05.138" v="509" actId="478"/>
          <ac:picMkLst>
            <pc:docMk/>
            <pc:sldMk cId="2090137329" sldId="274"/>
            <ac:picMk id="6" creationId="{7CB18DBC-157C-497F-067F-89D8857BE743}"/>
          </ac:picMkLst>
        </pc:picChg>
      </pc:sldChg>
      <pc:sldChg chg="addSp modSp add del mod modNotesTx">
        <pc:chgData name="Mattias Claes (Belfius)" userId="b9bf50ba-46e1-48d0-9660-5504c20110b2" providerId="ADAL" clId="{3E272FFD-E5CD-4340-828D-242933F657B6}" dt="2026-10-05T09:33:03.646" v="1415" actId="47"/>
        <pc:sldMkLst>
          <pc:docMk/>
          <pc:sldMk cId="2519421122" sldId="274"/>
        </pc:sldMkLst>
        <pc:picChg chg="add mod">
          <ac:chgData name="Mattias Claes (Belfius)" userId="b9bf50ba-46e1-48d0-9660-5504c20110b2" providerId="ADAL" clId="{3E272FFD-E5CD-4340-828D-242933F657B6}" dt="2026-10-05T09:32:57.672" v="1413" actId="1038"/>
          <ac:picMkLst>
            <pc:docMk/>
            <pc:sldMk cId="2519421122" sldId="274"/>
            <ac:picMk id="3" creationId="{8F37F800-3679-371D-1BAA-2C145713746D}"/>
          </ac:picMkLst>
        </pc:picChg>
      </pc:sldChg>
      <pc:sldChg chg="add del">
        <pc:chgData name="Mattias Claes (Belfius)" userId="b9bf50ba-46e1-48d0-9660-5504c20110b2" providerId="ADAL" clId="{3E272FFD-E5CD-4340-828D-242933F657B6}" dt="2026-10-05T09:22:24.575" v="652" actId="47"/>
        <pc:sldMkLst>
          <pc:docMk/>
          <pc:sldMk cId="683738640" sldId="275"/>
        </pc:sldMkLst>
      </pc:sldChg>
      <pc:sldChg chg="add del">
        <pc:chgData name="Mattias Claes (Belfius)" userId="b9bf50ba-46e1-48d0-9660-5504c20110b2" providerId="ADAL" clId="{3E272FFD-E5CD-4340-828D-242933F657B6}" dt="2026-10-05T09:19:12.693" v="512" actId="47"/>
        <pc:sldMkLst>
          <pc:docMk/>
          <pc:sldMk cId="697877914" sldId="275"/>
        </pc:sldMkLst>
      </pc:sldChg>
      <pc:sldChg chg="addSp delSp modSp add mod ord modNotesTx">
        <pc:chgData name="Mattias Claes (Belfius)" userId="b9bf50ba-46e1-48d0-9660-5504c20110b2" providerId="ADAL" clId="{3E272FFD-E5CD-4340-828D-242933F657B6}" dt="2026-10-05T09:30:48.404" v="1359" actId="5793"/>
        <pc:sldMkLst>
          <pc:docMk/>
          <pc:sldMk cId="39559083" sldId="276"/>
        </pc:sldMkLst>
        <pc:spChg chg="mod">
          <ac:chgData name="Mattias Claes (Belfius)" userId="b9bf50ba-46e1-48d0-9660-5504c20110b2" providerId="ADAL" clId="{3E272FFD-E5CD-4340-828D-242933F657B6}" dt="2026-10-05T09:20:40.296" v="635" actId="14100"/>
          <ac:spMkLst>
            <pc:docMk/>
            <pc:sldMk cId="39559083" sldId="276"/>
            <ac:spMk id="4" creationId="{1B817FCB-B0D9-8420-8240-7DD754AF6DDE}"/>
          </ac:spMkLst>
        </pc:spChg>
        <pc:spChg chg="add mod">
          <ac:chgData name="Mattias Claes (Belfius)" userId="b9bf50ba-46e1-48d0-9660-5504c20110b2" providerId="ADAL" clId="{3E272FFD-E5CD-4340-828D-242933F657B6}" dt="2026-10-05T09:23:01.415" v="655" actId="208"/>
          <ac:spMkLst>
            <pc:docMk/>
            <pc:sldMk cId="39559083" sldId="276"/>
            <ac:spMk id="7" creationId="{F0F70FF9-92A2-3295-7D45-E3AB57481536}"/>
          </ac:spMkLst>
        </pc:spChg>
        <pc:spChg chg="add mod">
          <ac:chgData name="Mattias Claes (Belfius)" userId="b9bf50ba-46e1-48d0-9660-5504c20110b2" providerId="ADAL" clId="{3E272FFD-E5CD-4340-828D-242933F657B6}" dt="2026-10-05T09:24:17.042" v="660" actId="14100"/>
          <ac:spMkLst>
            <pc:docMk/>
            <pc:sldMk cId="39559083" sldId="276"/>
            <ac:spMk id="8" creationId="{BB35B5EE-75A8-B042-AF6E-F2119FD93AFC}"/>
          </ac:spMkLst>
        </pc:spChg>
        <pc:spChg chg="add mod">
          <ac:chgData name="Mattias Claes (Belfius)" userId="b9bf50ba-46e1-48d0-9660-5504c20110b2" providerId="ADAL" clId="{3E272FFD-E5CD-4340-828D-242933F657B6}" dt="2026-10-05T09:24:28.549" v="664" actId="14100"/>
          <ac:spMkLst>
            <pc:docMk/>
            <pc:sldMk cId="39559083" sldId="276"/>
            <ac:spMk id="10" creationId="{9A5D5FCD-15C1-6501-3A2C-C3E05E505848}"/>
          </ac:spMkLst>
        </pc:spChg>
        <pc:spChg chg="add mod">
          <ac:chgData name="Mattias Claes (Belfius)" userId="b9bf50ba-46e1-48d0-9660-5504c20110b2" providerId="ADAL" clId="{3E272FFD-E5CD-4340-828D-242933F657B6}" dt="2026-10-05T09:30:48.404" v="1359" actId="5793"/>
          <ac:spMkLst>
            <pc:docMk/>
            <pc:sldMk cId="39559083" sldId="276"/>
            <ac:spMk id="11" creationId="{3CFC47A0-E008-3CB4-25F7-8A847D6D4CFF}"/>
          </ac:spMkLst>
        </pc:spChg>
        <pc:spChg chg="add del mod">
          <ac:chgData name="Mattias Claes (Belfius)" userId="b9bf50ba-46e1-48d0-9660-5504c20110b2" providerId="ADAL" clId="{3E272FFD-E5CD-4340-828D-242933F657B6}" dt="2026-10-05T09:26:52.537" v="748" actId="478"/>
          <ac:spMkLst>
            <pc:docMk/>
            <pc:sldMk cId="39559083" sldId="276"/>
            <ac:spMk id="13" creationId="{F570829E-3359-C19D-3D7A-052A548ED1C0}"/>
          </ac:spMkLst>
        </pc:spChg>
        <pc:picChg chg="add mod ord">
          <ac:chgData name="Mattias Claes (Belfius)" userId="b9bf50ba-46e1-48d0-9660-5504c20110b2" providerId="ADAL" clId="{3E272FFD-E5CD-4340-828D-242933F657B6}" dt="2026-10-05T09:22:01.328" v="648" actId="1076"/>
          <ac:picMkLst>
            <pc:docMk/>
            <pc:sldMk cId="39559083" sldId="276"/>
            <ac:picMk id="3" creationId="{0CBF570B-6029-AD11-09D1-1D7A947123A2}"/>
          </ac:picMkLst>
        </pc:picChg>
        <pc:picChg chg="add del">
          <ac:chgData name="Mattias Claes (Belfius)" userId="b9bf50ba-46e1-48d0-9660-5504c20110b2" providerId="ADAL" clId="{3E272FFD-E5CD-4340-828D-242933F657B6}" dt="2026-10-05T09:21:44.304" v="647" actId="478"/>
          <ac:picMkLst>
            <pc:docMk/>
            <pc:sldMk cId="39559083" sldId="276"/>
            <ac:picMk id="6" creationId="{26E57AA7-CF29-02A3-F438-098520C24256}"/>
          </ac:picMkLst>
        </pc:picChg>
      </pc:sldChg>
      <pc:sldChg chg="add del">
        <pc:chgData name="Mattias Claes (Belfius)" userId="b9bf50ba-46e1-48d0-9660-5504c20110b2" providerId="ADAL" clId="{3E272FFD-E5CD-4340-828D-242933F657B6}" dt="2026-10-05T09:19:13.202" v="513" actId="47"/>
        <pc:sldMkLst>
          <pc:docMk/>
          <pc:sldMk cId="4032904485" sldId="276"/>
        </pc:sldMkLst>
      </pc:sldChg>
      <pc:sldChg chg="addSp delSp modSp add mod ord modNotesTx">
        <pc:chgData name="Mattias Claes (Belfius)" userId="b9bf50ba-46e1-48d0-9660-5504c20110b2" providerId="ADAL" clId="{3E272FFD-E5CD-4340-828D-242933F657B6}" dt="2026-10-05T09:33:16.197" v="1417" actId="22"/>
        <pc:sldMkLst>
          <pc:docMk/>
          <pc:sldMk cId="3548025457" sldId="277"/>
        </pc:sldMkLst>
        <pc:spChg chg="add">
          <ac:chgData name="Mattias Claes (Belfius)" userId="b9bf50ba-46e1-48d0-9660-5504c20110b2" providerId="ADAL" clId="{3E272FFD-E5CD-4340-828D-242933F657B6}" dt="2026-10-05T09:33:16.197" v="1417" actId="22"/>
          <ac:spMkLst>
            <pc:docMk/>
            <pc:sldMk cId="3548025457" sldId="277"/>
            <ac:spMk id="7" creationId="{83A4AA3A-1255-4037-D394-77B2949FA6BC}"/>
          </ac:spMkLst>
        </pc:spChg>
        <pc:picChg chg="del">
          <ac:chgData name="Mattias Claes (Belfius)" userId="b9bf50ba-46e1-48d0-9660-5504c20110b2" providerId="ADAL" clId="{3E272FFD-E5CD-4340-828D-242933F657B6}" dt="2026-10-05T09:20:16.595" v="572" actId="478"/>
          <ac:picMkLst>
            <pc:docMk/>
            <pc:sldMk cId="3548025457" sldId="277"/>
            <ac:picMk id="3" creationId="{81089FD9-02DA-E9FE-45DD-02CFC537DC2F}"/>
          </ac:picMkLst>
        </pc:picChg>
        <pc:picChg chg="add mod">
          <ac:chgData name="Mattias Claes (Belfius)" userId="b9bf50ba-46e1-48d0-9660-5504c20110b2" providerId="ADAL" clId="{3E272FFD-E5CD-4340-828D-242933F657B6}" dt="2026-10-05T09:20:50.761" v="637" actId="1076"/>
          <ac:picMkLst>
            <pc:docMk/>
            <pc:sldMk cId="3548025457" sldId="277"/>
            <ac:picMk id="5" creationId="{F19ADBFA-BBC6-9D2D-DE07-C57CC1750748}"/>
          </ac:picMkLst>
        </pc:picChg>
      </pc:sldChg>
      <pc:sldChg chg="delSp add mod">
        <pc:chgData name="Mattias Claes (Belfius)" userId="b9bf50ba-46e1-48d0-9660-5504c20110b2" providerId="ADAL" clId="{3E272FFD-E5CD-4340-828D-242933F657B6}" dt="2026-10-05T09:33:35.564" v="1419" actId="478"/>
        <pc:sldMkLst>
          <pc:docMk/>
          <pc:sldMk cId="3448952071" sldId="278"/>
        </pc:sldMkLst>
        <pc:picChg chg="del">
          <ac:chgData name="Mattias Claes (Belfius)" userId="b9bf50ba-46e1-48d0-9660-5504c20110b2" providerId="ADAL" clId="{3E272FFD-E5CD-4340-828D-242933F657B6}" dt="2026-10-05T09:33:35.564" v="1419" actId="478"/>
          <ac:picMkLst>
            <pc:docMk/>
            <pc:sldMk cId="3448952071" sldId="278"/>
            <ac:picMk id="10" creationId="{4E3B5669-7BA4-7E1B-3483-19DDD7962137}"/>
          </ac:picMkLst>
        </pc:picChg>
      </pc:sldChg>
      <pc:sldMasterChg chg="delSldLayout">
        <pc:chgData name="Mattias Claes (Belfius)" userId="b9bf50ba-46e1-48d0-9660-5504c20110b2" providerId="ADAL" clId="{3E272FFD-E5CD-4340-828D-242933F657B6}" dt="2026-10-05T09:18:46.985" v="499" actId="47"/>
        <pc:sldMasterMkLst>
          <pc:docMk/>
          <pc:sldMasterMk cId="1295209970" sldId="2147483673"/>
        </pc:sldMasterMkLst>
        <pc:sldLayoutChg chg="del">
          <pc:chgData name="Mattias Claes (Belfius)" userId="b9bf50ba-46e1-48d0-9660-5504c20110b2" providerId="ADAL" clId="{3E272FFD-E5CD-4340-828D-242933F657B6}" dt="2026-10-05T09:18:46.985" v="499" actId="47"/>
          <pc:sldLayoutMkLst>
            <pc:docMk/>
            <pc:sldMasterMk cId="1295209970" sldId="2147483673"/>
            <pc:sldLayoutMk cId="3716490904" sldId="214748385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6B8A97-93B5-6749-9D84-BC4E273C55B1}" type="datetimeFigureOut">
              <a:rPr lang="nl-BE" smtClean="0"/>
              <a:t>5/10/2026</a:t>
            </a:fld>
            <a:endParaRPr lang="nl-BE"/>
          </a:p>
        </p:txBody>
      </p:sp>
      <p:sp>
        <p:nvSpPr>
          <p:cNvPr id="4" name="Tijdelijke aanduiding voor dia-afbeelding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56F363-B509-2047-9A66-060B3E2C01A1}" type="slidenum">
              <a:rPr lang="nl-BE" smtClean="0"/>
              <a:t>‹#›</a:t>
            </a:fld>
            <a:endParaRPr lang="nl-BE"/>
          </a:p>
        </p:txBody>
      </p:sp>
    </p:spTree>
    <p:extLst>
      <p:ext uri="{BB962C8B-B14F-4D97-AF65-F5344CB8AC3E}">
        <p14:creationId xmlns:p14="http://schemas.microsoft.com/office/powerpoint/2010/main" val="3979063782"/>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Anthropic is not </a:t>
            </a:r>
            <a:r>
              <a:rPr lang="en-GB" dirty="0" err="1"/>
              <a:t>publically</a:t>
            </a:r>
            <a:r>
              <a:rPr lang="en-GB" dirty="0"/>
              <a:t> traded, but the estimated market valuation already tells a story</a:t>
            </a:r>
          </a:p>
          <a:p>
            <a:r>
              <a:rPr lang="en-GB" dirty="0"/>
              <a:t>In April 2026, Anthropic announced The 5</a:t>
            </a:r>
            <a:r>
              <a:rPr lang="en-GB" baseline="30000" dirty="0"/>
              <a:t>th</a:t>
            </a:r>
            <a:r>
              <a:rPr lang="en-GB" dirty="0"/>
              <a:t> generation of Claude models named Mythos.</a:t>
            </a:r>
          </a:p>
          <a:p>
            <a:r>
              <a:rPr lang="en-GB" dirty="0" err="1"/>
              <a:t>Anthropic’s</a:t>
            </a:r>
            <a:r>
              <a:rPr lang="en-GB" dirty="0"/>
              <a:t> internal benchmarks suggested the model is exceptionally good at finding and exploiting vulnerabilities, so they have not released it to the general public and instead founded project </a:t>
            </a:r>
            <a:r>
              <a:rPr lang="en-GB" dirty="0" err="1"/>
              <a:t>Glasswing</a:t>
            </a:r>
            <a:r>
              <a:rPr lang="en-GB" dirty="0"/>
              <a:t>.</a:t>
            </a:r>
          </a:p>
          <a:p>
            <a:r>
              <a:rPr lang="en-GB" dirty="0"/>
              <a:t>Under project </a:t>
            </a:r>
            <a:r>
              <a:rPr lang="en-GB" dirty="0" err="1"/>
              <a:t>Glasswing</a:t>
            </a:r>
            <a:r>
              <a:rPr lang="en-GB" dirty="0"/>
              <a:t>, some of the biggest tech suppliers in the world (mostly America) were given early access to Mythos to patch their own software before the model becomes </a:t>
            </a:r>
            <a:r>
              <a:rPr lang="en-GB" dirty="0" err="1"/>
              <a:t>publically</a:t>
            </a:r>
            <a:r>
              <a:rPr lang="en-GB" dirty="0"/>
              <a:t> available.</a:t>
            </a:r>
          </a:p>
          <a:p>
            <a:r>
              <a:rPr lang="en-GB" dirty="0"/>
              <a:t>Access to Claude Mythos is still restricted to this day</a:t>
            </a:r>
          </a:p>
        </p:txBody>
      </p:sp>
      <p:sp>
        <p:nvSpPr>
          <p:cNvPr id="4" name="Slide Number Placeholder 3"/>
          <p:cNvSpPr>
            <a:spLocks noGrp="1"/>
          </p:cNvSpPr>
          <p:nvPr>
            <p:ph type="sldNum" sz="quarter" idx="5"/>
          </p:nvPr>
        </p:nvSpPr>
        <p:spPr/>
        <p:txBody>
          <a:bodyPr/>
          <a:lstStyle/>
          <a:p>
            <a:fld id="{0DF6D881-FD0C-431F-94CD-A20B4BA0EA39}" type="slidenum">
              <a:rPr lang="en-BE" smtClean="0"/>
              <a:t>2</a:t>
            </a:fld>
            <a:endParaRPr lang="en-BE"/>
          </a:p>
        </p:txBody>
      </p:sp>
    </p:spTree>
    <p:extLst>
      <p:ext uri="{BB962C8B-B14F-4D97-AF65-F5344CB8AC3E}">
        <p14:creationId xmlns:p14="http://schemas.microsoft.com/office/powerpoint/2010/main" val="2371618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AISI (UK AI Security Institute) is one of the only European instances that was given access to Mythos under </a:t>
            </a:r>
            <a:r>
              <a:rPr lang="en-GB" dirty="0" err="1"/>
              <a:t>Glasswing</a:t>
            </a:r>
            <a:r>
              <a:rPr lang="en-GB" dirty="0"/>
              <a:t>, and they have published their own report on its performance.</a:t>
            </a:r>
          </a:p>
          <a:p>
            <a:r>
              <a:rPr lang="en-GB" dirty="0"/>
              <a:t>The entire report is very interesting to read, but some key takeaways are:</a:t>
            </a:r>
          </a:p>
          <a:p>
            <a:pPr marL="171450" indent="-171450">
              <a:buFontTx/>
              <a:buChar char="-"/>
            </a:pPr>
            <a:r>
              <a:rPr lang="en-GB" dirty="0"/>
              <a:t>AISI tests LLMs by giving them access to a lab environment that contains known exploits. Full network takeover takes a total of 32 steps that need to be chained</a:t>
            </a:r>
          </a:p>
          <a:p>
            <a:pPr marL="171450" indent="-171450">
              <a:buFontTx/>
              <a:buChar char="-"/>
            </a:pPr>
            <a:r>
              <a:rPr lang="en-GB" dirty="0"/>
              <a:t>Mythos is the first model to ever complete the entire chain</a:t>
            </a:r>
          </a:p>
          <a:p>
            <a:pPr marL="171450" indent="-171450">
              <a:buFontTx/>
              <a:buChar char="-"/>
            </a:pPr>
            <a:r>
              <a:rPr lang="en-GB" dirty="0"/>
              <a:t>In the meantime, GPT-5.5 Cyber (which is not as restricted) has demonstrated very similar capabilities</a:t>
            </a:r>
          </a:p>
          <a:p>
            <a:pPr marL="171450" indent="-171450">
              <a:buFontTx/>
              <a:buChar char="-"/>
            </a:pPr>
            <a:r>
              <a:rPr lang="en-GB" dirty="0"/>
              <a:t>No model of the generation before Mythos came anywhere near completing the benchmark</a:t>
            </a:r>
            <a:endParaRPr lang="en-BE" dirty="0"/>
          </a:p>
        </p:txBody>
      </p:sp>
      <p:sp>
        <p:nvSpPr>
          <p:cNvPr id="4" name="Slide Number Placeholder 3"/>
          <p:cNvSpPr>
            <a:spLocks noGrp="1"/>
          </p:cNvSpPr>
          <p:nvPr>
            <p:ph type="sldNum" sz="quarter" idx="5"/>
          </p:nvPr>
        </p:nvSpPr>
        <p:spPr/>
        <p:txBody>
          <a:bodyPr/>
          <a:lstStyle/>
          <a:p>
            <a:fld id="{0DF6D881-FD0C-431F-94CD-A20B4BA0EA39}" type="slidenum">
              <a:rPr lang="en-BE" smtClean="0"/>
              <a:t>3</a:t>
            </a:fld>
            <a:endParaRPr lang="en-BE"/>
          </a:p>
        </p:txBody>
      </p:sp>
    </p:spTree>
    <p:extLst>
      <p:ext uri="{BB962C8B-B14F-4D97-AF65-F5344CB8AC3E}">
        <p14:creationId xmlns:p14="http://schemas.microsoft.com/office/powerpoint/2010/main" val="544929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0DF6D881-FD0C-431F-94CD-A20B4BA0EA39}" type="slidenum">
              <a:rPr lang="en-BE" smtClean="0"/>
              <a:t>4</a:t>
            </a:fld>
            <a:endParaRPr lang="en-BE"/>
          </a:p>
        </p:txBody>
      </p:sp>
    </p:spTree>
    <p:extLst>
      <p:ext uri="{BB962C8B-B14F-4D97-AF65-F5344CB8AC3E}">
        <p14:creationId xmlns:p14="http://schemas.microsoft.com/office/powerpoint/2010/main" val="2035557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Graph displaying the number of reported vulnerabilities per month in commercial and open source software</a:t>
            </a:r>
          </a:p>
          <a:p>
            <a:r>
              <a:rPr lang="en-GB" dirty="0"/>
              <a:t>The graph goes back to 1988 so a part of the increase is just natural growth, but if we zoom in on the last year there’s a very noticeable trend change around the time of Mythos’ release</a:t>
            </a:r>
          </a:p>
        </p:txBody>
      </p:sp>
      <p:sp>
        <p:nvSpPr>
          <p:cNvPr id="4" name="Slide Number Placeholder 3"/>
          <p:cNvSpPr>
            <a:spLocks noGrp="1"/>
          </p:cNvSpPr>
          <p:nvPr>
            <p:ph type="sldNum" sz="quarter" idx="5"/>
          </p:nvPr>
        </p:nvSpPr>
        <p:spPr/>
        <p:txBody>
          <a:bodyPr/>
          <a:lstStyle/>
          <a:p>
            <a:fld id="{0DF6D881-FD0C-431F-94CD-A20B4BA0EA39}" type="slidenum">
              <a:rPr lang="en-BE" smtClean="0"/>
              <a:t>5</a:t>
            </a:fld>
            <a:endParaRPr lang="en-BE"/>
          </a:p>
        </p:txBody>
      </p:sp>
    </p:spTree>
    <p:extLst>
      <p:ext uri="{BB962C8B-B14F-4D97-AF65-F5344CB8AC3E}">
        <p14:creationId xmlns:p14="http://schemas.microsoft.com/office/powerpoint/2010/main" val="3486188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that’s the point where the threat of Mythos (and frontier AI in general) stopped being just a security problem, but it also became a development problem</a:t>
            </a:r>
            <a:endParaRPr lang="en-BE" dirty="0"/>
          </a:p>
        </p:txBody>
      </p:sp>
      <p:sp>
        <p:nvSpPr>
          <p:cNvPr id="4" name="Slide Number Placeholder 3"/>
          <p:cNvSpPr>
            <a:spLocks noGrp="1"/>
          </p:cNvSpPr>
          <p:nvPr>
            <p:ph type="sldNum" sz="quarter" idx="5"/>
          </p:nvPr>
        </p:nvSpPr>
        <p:spPr/>
        <p:txBody>
          <a:bodyPr/>
          <a:lstStyle/>
          <a:p>
            <a:fld id="{0DF6D881-FD0C-431F-94CD-A20B4BA0EA39}" type="slidenum">
              <a:rPr lang="en-BE" smtClean="0"/>
              <a:t>6</a:t>
            </a:fld>
            <a:endParaRPr lang="en-BE"/>
          </a:p>
        </p:txBody>
      </p:sp>
    </p:spTree>
    <p:extLst>
      <p:ext uri="{BB962C8B-B14F-4D97-AF65-F5344CB8AC3E}">
        <p14:creationId xmlns:p14="http://schemas.microsoft.com/office/powerpoint/2010/main" val="3394149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Keeping dependencies up to date is becoming more and more important</a:t>
            </a:r>
          </a:p>
          <a:p>
            <a:pPr marL="171450" indent="-171450">
              <a:buFontTx/>
              <a:buChar char="-"/>
            </a:pPr>
            <a:r>
              <a:rPr lang="en-GB" dirty="0"/>
              <a:t>Vendors publish updates more frequently, and the updates they publish contain more fixes</a:t>
            </a:r>
          </a:p>
          <a:p>
            <a:pPr marL="171450" indent="-171450">
              <a:buFontTx/>
              <a:buChar char="-"/>
            </a:pPr>
            <a:r>
              <a:rPr lang="en-GB" dirty="0"/>
              <a:t>Luckily, solutions like </a:t>
            </a:r>
            <a:r>
              <a:rPr lang="en-GB" dirty="0" err="1"/>
              <a:t>Dependabot</a:t>
            </a:r>
            <a:r>
              <a:rPr lang="en-GB" dirty="0"/>
              <a:t> exist, so adopt them if you aren’t doing so already</a:t>
            </a:r>
          </a:p>
          <a:p>
            <a:pPr marL="171450" indent="-171450">
              <a:buFontTx/>
              <a:buChar char="-"/>
            </a:pPr>
            <a:r>
              <a:rPr lang="en-GB" dirty="0"/>
              <a:t>HOWEVER, the supply chain is also being targeted so just blindly upgrading to latest stable is also risky.</a:t>
            </a:r>
          </a:p>
          <a:p>
            <a:pPr marL="628650" lvl="1" indent="-171450">
              <a:buFontTx/>
              <a:buChar char="-"/>
            </a:pPr>
            <a:r>
              <a:rPr lang="en-GB" dirty="0"/>
              <a:t>For example: there have been multiple cases of popular </a:t>
            </a:r>
            <a:r>
              <a:rPr lang="en-GB" dirty="0" err="1"/>
              <a:t>npm</a:t>
            </a:r>
            <a:r>
              <a:rPr lang="en-GB" dirty="0"/>
              <a:t> packages being backdoored or having crypto stealers added</a:t>
            </a:r>
          </a:p>
          <a:p>
            <a:pPr marL="628650" lvl="1" indent="-171450">
              <a:buFontTx/>
              <a:buChar char="-"/>
            </a:pPr>
            <a:r>
              <a:rPr lang="en-GB" dirty="0"/>
              <a:t>There’s a middle ground </a:t>
            </a:r>
            <a:r>
              <a:rPr lang="en-GB" dirty="0" err="1"/>
              <a:t>wto</a:t>
            </a:r>
            <a:r>
              <a:rPr lang="en-GB" dirty="0"/>
              <a:t> find between keeping everything up to date and waiting for potential backdoors etc. to be discovered</a:t>
            </a:r>
          </a:p>
          <a:p>
            <a:pPr marL="0" lvl="0" indent="0">
              <a:buFontTx/>
              <a:buNone/>
            </a:pPr>
            <a:endParaRPr lang="en-GB" dirty="0"/>
          </a:p>
          <a:p>
            <a:pPr marL="0" lvl="0" indent="0">
              <a:buFontTx/>
              <a:buNone/>
            </a:pPr>
            <a:r>
              <a:rPr lang="en-GB" dirty="0"/>
              <a:t>Vulnerabilities in proprietary code also need to be addressed</a:t>
            </a:r>
          </a:p>
          <a:p>
            <a:pPr marL="171450" lvl="0" indent="-171450">
              <a:buFontTx/>
              <a:buChar char="-"/>
            </a:pPr>
            <a:r>
              <a:rPr lang="en-GB" dirty="0"/>
              <a:t>Challenge depends on the size of the code base you’re working with</a:t>
            </a:r>
          </a:p>
          <a:p>
            <a:pPr marL="628650" lvl="1" indent="-171450">
              <a:buFontTx/>
              <a:buChar char="-"/>
            </a:pPr>
            <a:r>
              <a:rPr lang="en-GB" dirty="0"/>
              <a:t>In large, complex code bases: fixing 1 bug may introduce 2 new bugs</a:t>
            </a:r>
          </a:p>
          <a:p>
            <a:pPr marL="628650" lvl="1" indent="-171450">
              <a:buFontTx/>
              <a:buChar char="-"/>
            </a:pPr>
            <a:r>
              <a:rPr lang="en-GB" dirty="0"/>
              <a:t>Hundreds of millions of lines of code probably contains thousands of vulnerabilities which a Mythos-grade model could potentially find and chain together</a:t>
            </a:r>
          </a:p>
        </p:txBody>
      </p:sp>
      <p:sp>
        <p:nvSpPr>
          <p:cNvPr id="4" name="Slide Number Placeholder 3"/>
          <p:cNvSpPr>
            <a:spLocks noGrp="1"/>
          </p:cNvSpPr>
          <p:nvPr>
            <p:ph type="sldNum" sz="quarter" idx="5"/>
          </p:nvPr>
        </p:nvSpPr>
        <p:spPr/>
        <p:txBody>
          <a:bodyPr/>
          <a:lstStyle/>
          <a:p>
            <a:fld id="{0DF6D881-FD0C-431F-94CD-A20B4BA0EA39}" type="slidenum">
              <a:rPr lang="en-BE" smtClean="0"/>
              <a:t>7</a:t>
            </a:fld>
            <a:endParaRPr lang="en-BE"/>
          </a:p>
        </p:txBody>
      </p:sp>
    </p:spTree>
    <p:extLst>
      <p:ext uri="{BB962C8B-B14F-4D97-AF65-F5344CB8AC3E}">
        <p14:creationId xmlns:p14="http://schemas.microsoft.com/office/powerpoint/2010/main" val="3756968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0DF6D881-FD0C-431F-94CD-A20B4BA0EA39}" type="slidenum">
              <a:rPr lang="en-BE" smtClean="0"/>
              <a:t>8</a:t>
            </a:fld>
            <a:endParaRPr lang="en-BE"/>
          </a:p>
        </p:txBody>
      </p:sp>
    </p:spTree>
    <p:extLst>
      <p:ext uri="{BB962C8B-B14F-4D97-AF65-F5344CB8AC3E}">
        <p14:creationId xmlns:p14="http://schemas.microsoft.com/office/powerpoint/2010/main" val="572623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won’t go into detail on the results, but the general idea of the partnership is:</a:t>
            </a:r>
          </a:p>
          <a:p>
            <a:pPr marL="171450" indent="-171450">
              <a:buFontTx/>
              <a:buChar char="-"/>
            </a:pPr>
            <a:r>
              <a:rPr lang="en-GB" dirty="0"/>
              <a:t>We have a hardware appliance in our </a:t>
            </a:r>
            <a:r>
              <a:rPr lang="en-GB" dirty="0" err="1"/>
              <a:t>datacenter</a:t>
            </a:r>
            <a:r>
              <a:rPr lang="en-GB" dirty="0"/>
              <a:t> containing a set of high-end GPUs</a:t>
            </a:r>
          </a:p>
          <a:p>
            <a:pPr marL="171450" indent="-171450">
              <a:buFontTx/>
              <a:buChar char="-"/>
            </a:pPr>
            <a:r>
              <a:rPr lang="en-GB" dirty="0"/>
              <a:t>The hardware is running an </a:t>
            </a:r>
            <a:r>
              <a:rPr lang="en-GB" dirty="0" err="1"/>
              <a:t>abliterated</a:t>
            </a:r>
            <a:r>
              <a:rPr lang="en-GB" dirty="0"/>
              <a:t> version of an open-source model (which means it no longer refuses instructions)</a:t>
            </a:r>
          </a:p>
          <a:p>
            <a:pPr marL="171450" indent="-171450">
              <a:buFontTx/>
              <a:buChar char="-"/>
            </a:pPr>
            <a:r>
              <a:rPr lang="en-GB" dirty="0"/>
              <a:t>The model is used to run white box security assessments by ingesting the source code, looking for vulnerabilities, and then spinning up agents that actively interact with the application to exploit and chain vulnerabilities</a:t>
            </a:r>
          </a:p>
          <a:p>
            <a:pPr marL="171450" indent="-171450">
              <a:buFontTx/>
              <a:buChar char="-"/>
            </a:pPr>
            <a:r>
              <a:rPr lang="en-GB" dirty="0"/>
              <a:t>Aikido is doing R&amp;D into new models and their performance as new and better open-source models are released</a:t>
            </a:r>
          </a:p>
          <a:p>
            <a:pPr marL="171450" indent="-171450">
              <a:buFontTx/>
              <a:buChar char="-"/>
            </a:pPr>
            <a:r>
              <a:rPr lang="en-GB" dirty="0"/>
              <a:t>Aikido is also providing support and maintenance as we discover struggles/problems</a:t>
            </a:r>
          </a:p>
          <a:p>
            <a:pPr marL="171450" indent="-171450">
              <a:buFontTx/>
              <a:buChar char="-"/>
            </a:pPr>
            <a:r>
              <a:rPr lang="en-GB" dirty="0"/>
              <a:t>This entire project is an R&amp;D effort, we are learning and adapting the solution constantly as we go along. It is by no means a finished product that is expected to work out of the box</a:t>
            </a:r>
            <a:endParaRPr lang="en-BE" dirty="0"/>
          </a:p>
        </p:txBody>
      </p:sp>
      <p:sp>
        <p:nvSpPr>
          <p:cNvPr id="4" name="Slide Number Placeholder 3"/>
          <p:cNvSpPr>
            <a:spLocks noGrp="1"/>
          </p:cNvSpPr>
          <p:nvPr>
            <p:ph type="sldNum" sz="quarter" idx="5"/>
          </p:nvPr>
        </p:nvSpPr>
        <p:spPr/>
        <p:txBody>
          <a:bodyPr/>
          <a:lstStyle/>
          <a:p>
            <a:fld id="{0DF6D881-FD0C-431F-94CD-A20B4BA0EA39}" type="slidenum">
              <a:rPr lang="en-BE" smtClean="0"/>
              <a:t>9</a:t>
            </a:fld>
            <a:endParaRPr lang="en-BE"/>
          </a:p>
        </p:txBody>
      </p:sp>
    </p:spTree>
    <p:extLst>
      <p:ext uri="{BB962C8B-B14F-4D97-AF65-F5344CB8AC3E}">
        <p14:creationId xmlns:p14="http://schemas.microsoft.com/office/powerpoint/2010/main" val="413577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3 rules of thumb for responsibly using AI for software development, which I’m sure you’re all following already</a:t>
            </a:r>
            <a:endParaRPr lang="en-BE" dirty="0"/>
          </a:p>
        </p:txBody>
      </p:sp>
      <p:sp>
        <p:nvSpPr>
          <p:cNvPr id="4" name="Slide Number Placeholder 3"/>
          <p:cNvSpPr>
            <a:spLocks noGrp="1"/>
          </p:cNvSpPr>
          <p:nvPr>
            <p:ph type="sldNum" sz="quarter" idx="5"/>
          </p:nvPr>
        </p:nvSpPr>
        <p:spPr/>
        <p:txBody>
          <a:bodyPr/>
          <a:lstStyle/>
          <a:p>
            <a:fld id="{0DF6D881-FD0C-431F-94CD-A20B4BA0EA39}" type="slidenum">
              <a:rPr lang="en-BE" smtClean="0"/>
              <a:t>10</a:t>
            </a:fld>
            <a:endParaRPr lang="en-BE"/>
          </a:p>
        </p:txBody>
      </p:sp>
    </p:spTree>
    <p:extLst>
      <p:ext uri="{BB962C8B-B14F-4D97-AF65-F5344CB8AC3E}">
        <p14:creationId xmlns:p14="http://schemas.microsoft.com/office/powerpoint/2010/main" val="3474887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LLMs have a much easier time processing and reasoning about code that’s part of their training data</a:t>
            </a:r>
          </a:p>
          <a:p>
            <a:r>
              <a:rPr lang="en-GB" dirty="0"/>
              <a:t>We have learned through our partnership with Aikido that the performance of the models drops significantly when they’re interacting with proprietary code they have never seen before</a:t>
            </a:r>
          </a:p>
          <a:p>
            <a:r>
              <a:rPr lang="en-GB" dirty="0"/>
              <a:t>If the code is not well structured, or in case of legacy code it’s almost impossible for an AI to make sense of it</a:t>
            </a:r>
          </a:p>
          <a:p>
            <a:r>
              <a:rPr lang="en-GB" dirty="0"/>
              <a:t>Special attention point: be careful with web search. You may have a contract with OpenAI or Anthropic that guarantees they won’t use your data for training purposes, but a search engine like Google does not make such promises.</a:t>
            </a:r>
          </a:p>
          <a:p>
            <a:endParaRPr lang="en-GB" dirty="0"/>
          </a:p>
          <a:p>
            <a:r>
              <a:rPr lang="en-GB" dirty="0"/>
              <a:t>Conclusion: only use enterprise-licensed versions of AI models. If you run out of tokens, don’t switch to your personal license!</a:t>
            </a:r>
          </a:p>
        </p:txBody>
      </p:sp>
      <p:sp>
        <p:nvSpPr>
          <p:cNvPr id="4" name="Slide Number Placeholder 3"/>
          <p:cNvSpPr>
            <a:spLocks noGrp="1"/>
          </p:cNvSpPr>
          <p:nvPr>
            <p:ph type="sldNum" sz="quarter" idx="5"/>
          </p:nvPr>
        </p:nvSpPr>
        <p:spPr/>
        <p:txBody>
          <a:bodyPr/>
          <a:lstStyle/>
          <a:p>
            <a:fld id="{0DF6D881-FD0C-431F-94CD-A20B4BA0EA39}" type="slidenum">
              <a:rPr lang="en-BE" smtClean="0"/>
              <a:t>11</a:t>
            </a:fld>
            <a:endParaRPr lang="en-BE"/>
          </a:p>
        </p:txBody>
      </p:sp>
    </p:spTree>
    <p:extLst>
      <p:ext uri="{BB962C8B-B14F-4D97-AF65-F5344CB8AC3E}">
        <p14:creationId xmlns:p14="http://schemas.microsoft.com/office/powerpoint/2010/main" val="2391148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Tx/>
              <a:buChar char="-"/>
            </a:pPr>
            <a:r>
              <a:rPr lang="en-GB" dirty="0"/>
              <a:t>Admittedly, the use of insecure patterns is not that big of a problem anymore with the latest models. The code they write doesn’t usually contain vulnerable patterns anymore, but you still shouldn’t blindly trust the AI to not make these mistakes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What AI still isn’t very good at though, is writing code with no logical gaps. For example, the AI might just conveniently forget to plug into the authentication framework or generate code that uses a completely different framework compared to the already existing code</a:t>
            </a:r>
          </a:p>
          <a:p>
            <a:pPr marL="628650" lvl="1" indent="-171450">
              <a:buFontTx/>
              <a:buChar char="-"/>
            </a:pPr>
            <a:r>
              <a:rPr lang="en-GB" dirty="0"/>
              <a:t>What’s worse, code scanners aren’t that good at detecting these flaws. So more than ever it’s up to the developer to see these things</a:t>
            </a:r>
          </a:p>
          <a:p>
            <a:pPr marL="171450" lvl="0" indent="-171450">
              <a:buFontTx/>
              <a:buChar char="-"/>
            </a:pPr>
            <a:r>
              <a:rPr lang="en-GB" dirty="0"/>
              <a:t>There’s an interesting attack vector that targets AI hallucination called “</a:t>
            </a:r>
            <a:r>
              <a:rPr lang="en-GB" dirty="0" err="1"/>
              <a:t>slopsquatting</a:t>
            </a:r>
            <a:r>
              <a:rPr lang="en-GB" dirty="0"/>
              <a:t>”, where a bad actor registers package names that Ais like to hallucinate and puts malware in them. The moment a developer copy pastes and runs the code with such a hallucinated dependency, their device gets infected. The solution there is to not pull packages directly from the internet, but only from an internal source that only has “trustworthy” packages available.</a:t>
            </a:r>
          </a:p>
        </p:txBody>
      </p:sp>
      <p:sp>
        <p:nvSpPr>
          <p:cNvPr id="4" name="Slide Number Placeholder 3"/>
          <p:cNvSpPr>
            <a:spLocks noGrp="1"/>
          </p:cNvSpPr>
          <p:nvPr>
            <p:ph type="sldNum" sz="quarter" idx="5"/>
          </p:nvPr>
        </p:nvSpPr>
        <p:spPr/>
        <p:txBody>
          <a:bodyPr/>
          <a:lstStyle/>
          <a:p>
            <a:fld id="{0DF6D881-FD0C-431F-94CD-A20B4BA0EA39}" type="slidenum">
              <a:rPr lang="en-BE" smtClean="0"/>
              <a:t>12</a:t>
            </a:fld>
            <a:endParaRPr lang="en-BE"/>
          </a:p>
        </p:txBody>
      </p:sp>
    </p:spTree>
    <p:extLst>
      <p:ext uri="{BB962C8B-B14F-4D97-AF65-F5344CB8AC3E}">
        <p14:creationId xmlns:p14="http://schemas.microsoft.com/office/powerpoint/2010/main" val="1489518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goal of AI is to speed up the easy work that doesn’t require your thinking, not for it to do the architecture of the application for you.</a:t>
            </a:r>
          </a:p>
          <a:p>
            <a:r>
              <a:rPr lang="en-GB" dirty="0"/>
              <a:t>The bigger the PR, the less likely it’s properly reviewed and the less likely anyone understands what’s actually in there</a:t>
            </a:r>
          </a:p>
          <a:p>
            <a:r>
              <a:rPr lang="en-GB" dirty="0"/>
              <a:t>A code base that’s mostly generated by AI is extremely hard to troubleshoot if and when something goes wrong, because the dev that’s responsible for maintaining it probably doesn’t know or understand the code base well enough for it</a:t>
            </a:r>
          </a:p>
          <a:p>
            <a:r>
              <a:rPr lang="en-GB" dirty="0"/>
              <a:t>If you ask the AI to generate something, and you have no clue in advance what the result is going to look like, ask yourself “am I still in control?”</a:t>
            </a:r>
            <a:endParaRPr lang="en-BE" dirty="0"/>
          </a:p>
        </p:txBody>
      </p:sp>
      <p:sp>
        <p:nvSpPr>
          <p:cNvPr id="4" name="Slide Number Placeholder 3"/>
          <p:cNvSpPr>
            <a:spLocks noGrp="1"/>
          </p:cNvSpPr>
          <p:nvPr>
            <p:ph type="sldNum" sz="quarter" idx="5"/>
          </p:nvPr>
        </p:nvSpPr>
        <p:spPr/>
        <p:txBody>
          <a:bodyPr/>
          <a:lstStyle/>
          <a:p>
            <a:fld id="{0DF6D881-FD0C-431F-94CD-A20B4BA0EA39}" type="slidenum">
              <a:rPr lang="en-BE" smtClean="0"/>
              <a:t>13</a:t>
            </a:fld>
            <a:endParaRPr lang="en-BE"/>
          </a:p>
        </p:txBody>
      </p:sp>
    </p:spTree>
    <p:extLst>
      <p:ext uri="{BB962C8B-B14F-4D97-AF65-F5344CB8AC3E}">
        <p14:creationId xmlns:p14="http://schemas.microsoft.com/office/powerpoint/2010/main" val="3430517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Why do these attacks work</a:t>
            </a:r>
          </a:p>
          <a:p>
            <a:pPr marL="171450" indent="-171450">
              <a:buFontTx/>
              <a:buChar char="-"/>
            </a:pPr>
            <a:r>
              <a:rPr lang="en-GB" dirty="0"/>
              <a:t>What protections can we use</a:t>
            </a:r>
          </a:p>
          <a:p>
            <a:pPr marL="628650" lvl="1" indent="-171450">
              <a:buFontTx/>
              <a:buChar char="-"/>
            </a:pPr>
            <a:r>
              <a:rPr lang="en-GB" dirty="0"/>
              <a:t>External guardrails (both for input AND output)</a:t>
            </a:r>
          </a:p>
          <a:p>
            <a:pPr marL="628650" lvl="1" indent="-171450">
              <a:buFontTx/>
              <a:buChar char="-"/>
            </a:pPr>
            <a:r>
              <a:rPr lang="en-GB" dirty="0"/>
              <a:t>Canary in the system prompt</a:t>
            </a:r>
          </a:p>
          <a:p>
            <a:pPr marL="628650" lvl="1" indent="-171450">
              <a:buFontTx/>
              <a:buChar char="-"/>
            </a:pPr>
            <a:r>
              <a:rPr lang="en-GB" dirty="0"/>
              <a:t>LLM-as-a-judge</a:t>
            </a:r>
          </a:p>
          <a:p>
            <a:pPr marL="628650" lvl="1" indent="-171450">
              <a:buFontTx/>
              <a:buChar char="-"/>
            </a:pPr>
            <a:r>
              <a:rPr lang="en-GB" dirty="0" err="1"/>
              <a:t>Defense</a:t>
            </a:r>
            <a:r>
              <a:rPr lang="en-GB" dirty="0"/>
              <a:t> in depth: no single protection will block everything, so the only solution is to add extra layers. Each layer makes it harder to find a working jailbreak, but no number of layers can guarantee it’s impossible</a:t>
            </a:r>
          </a:p>
          <a:p>
            <a:pPr marL="628650" lvl="1" indent="-171450">
              <a:buFontTx/>
              <a:buChar char="-"/>
            </a:pPr>
            <a:r>
              <a:rPr lang="en-GB" dirty="0"/>
              <a:t>Human handover: the risk of having to explain yourself to a human also discourages attackers from trying weird inputs</a:t>
            </a:r>
            <a:endParaRPr lang="en-BE" dirty="0"/>
          </a:p>
        </p:txBody>
      </p:sp>
      <p:sp>
        <p:nvSpPr>
          <p:cNvPr id="4" name="Slide Number Placeholder 3"/>
          <p:cNvSpPr>
            <a:spLocks noGrp="1"/>
          </p:cNvSpPr>
          <p:nvPr>
            <p:ph type="sldNum" sz="quarter" idx="5"/>
          </p:nvPr>
        </p:nvSpPr>
        <p:spPr/>
        <p:txBody>
          <a:bodyPr/>
          <a:lstStyle/>
          <a:p>
            <a:fld id="{0DF6D881-FD0C-431F-94CD-A20B4BA0EA39}" type="slidenum">
              <a:rPr lang="en-BE" smtClean="0"/>
              <a:t>14</a:t>
            </a:fld>
            <a:endParaRPr lang="en-BE"/>
          </a:p>
        </p:txBody>
      </p:sp>
    </p:spTree>
    <p:extLst>
      <p:ext uri="{BB962C8B-B14F-4D97-AF65-F5344CB8AC3E}">
        <p14:creationId xmlns:p14="http://schemas.microsoft.com/office/powerpoint/2010/main" val="2628645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F5B08-650F-CCFF-B64D-8272E1001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07D99-CE31-8AC6-F665-AF57E255A2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A0C672-72BA-DDAF-0BB7-D9A764C73A88}"/>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0EE4843F-2D25-5FC0-82EC-823F76650ED0}"/>
              </a:ext>
            </a:extLst>
          </p:cNvPr>
          <p:cNvSpPr>
            <a:spLocks noGrp="1"/>
          </p:cNvSpPr>
          <p:nvPr>
            <p:ph type="sldNum" sz="quarter" idx="5"/>
          </p:nvPr>
        </p:nvSpPr>
        <p:spPr/>
        <p:txBody>
          <a:bodyPr/>
          <a:lstStyle/>
          <a:p>
            <a:fld id="{0DF6D881-FD0C-431F-94CD-A20B4BA0EA39}" type="slidenum">
              <a:rPr lang="en-BE" smtClean="0"/>
              <a:t>15</a:t>
            </a:fld>
            <a:endParaRPr lang="en-BE"/>
          </a:p>
        </p:txBody>
      </p:sp>
    </p:spTree>
    <p:extLst>
      <p:ext uri="{BB962C8B-B14F-4D97-AF65-F5344CB8AC3E}">
        <p14:creationId xmlns:p14="http://schemas.microsoft.com/office/powerpoint/2010/main" val="1889681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8BF0C-EAE6-25CC-D70F-EADC53328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AC6E6-1258-3612-C2B0-C11C322DF5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B0C10-5FB6-480A-CEA3-8329F8E5BFB1}"/>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70F3533C-2469-9A97-3D64-D2D0955C85BC}"/>
              </a:ext>
            </a:extLst>
          </p:cNvPr>
          <p:cNvSpPr>
            <a:spLocks noGrp="1"/>
          </p:cNvSpPr>
          <p:nvPr>
            <p:ph type="sldNum" sz="quarter" idx="5"/>
          </p:nvPr>
        </p:nvSpPr>
        <p:spPr/>
        <p:txBody>
          <a:bodyPr/>
          <a:lstStyle/>
          <a:p>
            <a:fld id="{0DF6D881-FD0C-431F-94CD-A20B4BA0EA39}" type="slidenum">
              <a:rPr lang="en-BE" smtClean="0"/>
              <a:t>16</a:t>
            </a:fld>
            <a:endParaRPr lang="en-BE"/>
          </a:p>
        </p:txBody>
      </p:sp>
    </p:spTree>
    <p:extLst>
      <p:ext uri="{BB962C8B-B14F-4D97-AF65-F5344CB8AC3E}">
        <p14:creationId xmlns:p14="http://schemas.microsoft.com/office/powerpoint/2010/main" val="1558398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92809-2842-427A-9D88-B52247AB6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62E80-C4D7-A783-3964-B8617F37A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780A0-8B90-A907-DEE9-CCE10158BC27}"/>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D0411284-80C2-9E26-3456-43B814677F7E}"/>
              </a:ext>
            </a:extLst>
          </p:cNvPr>
          <p:cNvSpPr>
            <a:spLocks noGrp="1"/>
          </p:cNvSpPr>
          <p:nvPr>
            <p:ph type="sldNum" sz="quarter" idx="5"/>
          </p:nvPr>
        </p:nvSpPr>
        <p:spPr/>
        <p:txBody>
          <a:bodyPr/>
          <a:lstStyle/>
          <a:p>
            <a:fld id="{0DF6D881-FD0C-431F-94CD-A20B4BA0EA39}" type="slidenum">
              <a:rPr lang="en-BE" smtClean="0"/>
              <a:t>17</a:t>
            </a:fld>
            <a:endParaRPr lang="en-BE"/>
          </a:p>
        </p:txBody>
      </p:sp>
    </p:spTree>
    <p:extLst>
      <p:ext uri="{BB962C8B-B14F-4D97-AF65-F5344CB8AC3E}">
        <p14:creationId xmlns:p14="http://schemas.microsoft.com/office/powerpoint/2010/main" val="1325123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7A927-754B-4735-0AF4-0D88434EF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49823-E63B-BDC3-C50E-CF86FDFD49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8AA444-93C1-4C42-CB1D-CB5E2C28BB1C}"/>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2C2A79C3-B6DA-D3EB-3191-48AC2FEEED25}"/>
              </a:ext>
            </a:extLst>
          </p:cNvPr>
          <p:cNvSpPr>
            <a:spLocks noGrp="1"/>
          </p:cNvSpPr>
          <p:nvPr>
            <p:ph type="sldNum" sz="quarter" idx="5"/>
          </p:nvPr>
        </p:nvSpPr>
        <p:spPr/>
        <p:txBody>
          <a:bodyPr/>
          <a:lstStyle/>
          <a:p>
            <a:fld id="{0DF6D881-FD0C-431F-94CD-A20B4BA0EA39}" type="slidenum">
              <a:rPr lang="en-BE" smtClean="0"/>
              <a:t>18</a:t>
            </a:fld>
            <a:endParaRPr lang="en-BE"/>
          </a:p>
        </p:txBody>
      </p:sp>
    </p:spTree>
    <p:extLst>
      <p:ext uri="{BB962C8B-B14F-4D97-AF65-F5344CB8AC3E}">
        <p14:creationId xmlns:p14="http://schemas.microsoft.com/office/powerpoint/2010/main" val="21941541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0_Diapositive de titre">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E92EDD1-1261-12BA-FB11-59DCF57E04E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588"/>
            <a:ext cx="9144000" cy="5143500"/>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DBA02015-604B-6B6E-A688-819CF27D211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323262" y="1418658"/>
            <a:ext cx="497476" cy="339369"/>
          </a:xfrm>
          <a:prstGeom prst="rect">
            <a:avLst/>
          </a:prstGeom>
        </p:spPr>
      </p:pic>
      <p:pic>
        <p:nvPicPr>
          <p:cNvPr id="4" name="Afbeelding 3" descr="Afbeelding met Lettertype, Graphics, logo, symbool&#10;&#10;Door AI gegenereerde inhoud is mogelijk onjuist.">
            <a:extLst>
              <a:ext uri="{FF2B5EF4-FFF2-40B4-BE49-F238E27FC236}">
                <a16:creationId xmlns:a16="http://schemas.microsoft.com/office/drawing/2014/main" id="{A76E588F-7A72-9F5D-2ABF-69BC5A714CB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001787" y="4278780"/>
            <a:ext cx="1140424" cy="627821"/>
          </a:xfrm>
          <a:prstGeom prst="rect">
            <a:avLst/>
          </a:prstGeom>
        </p:spPr>
      </p:pic>
      <p:sp>
        <p:nvSpPr>
          <p:cNvPr id="14" name="Tijdelijke aanduiding voor tekst 13">
            <a:extLst>
              <a:ext uri="{FF2B5EF4-FFF2-40B4-BE49-F238E27FC236}">
                <a16:creationId xmlns:a16="http://schemas.microsoft.com/office/drawing/2014/main" id="{1EE66995-55AE-070C-BA70-90D32006F840}"/>
              </a:ext>
            </a:extLst>
          </p:cNvPr>
          <p:cNvSpPr>
            <a:spLocks noGrp="1"/>
          </p:cNvSpPr>
          <p:nvPr>
            <p:ph type="body" sz="quarter" idx="12" hasCustomPrompt="1"/>
          </p:nvPr>
        </p:nvSpPr>
        <p:spPr>
          <a:xfrm>
            <a:off x="1942344" y="2242757"/>
            <a:ext cx="5259311" cy="914400"/>
          </a:xfrm>
        </p:spPr>
        <p:txBody>
          <a:bodyPr/>
          <a:lstStyle>
            <a:lvl1pPr algn="ctr">
              <a:defRPr sz="2400" b="0" i="0">
                <a:solidFill>
                  <a:schemeClr val="bg2"/>
                </a:solidFill>
                <a:latin typeface="Belfius21 ExtraLight" pitchFamily="2" charset="77"/>
              </a:defRPr>
            </a:lvl1pPr>
            <a:lvl2pPr algn="ctr">
              <a:defRPr/>
            </a:lvl2pPr>
            <a:lvl3pPr algn="ctr">
              <a:defRPr/>
            </a:lvl3pPr>
            <a:lvl4pPr algn="ctr">
              <a:defRPr/>
            </a:lvl4pPr>
            <a:lvl5pPr algn="ctr">
              <a:defRPr/>
            </a:lvl5pPr>
          </a:lstStyle>
          <a:p>
            <a:pPr lvl="0"/>
            <a:r>
              <a:rPr lang="nl-NL" dirty="0"/>
              <a:t>TITLE 2025</a:t>
            </a:r>
          </a:p>
        </p:txBody>
      </p:sp>
      <p:sp>
        <p:nvSpPr>
          <p:cNvPr id="6" name="ZoneTexte 5">
            <a:extLst>
              <a:ext uri="{FF2B5EF4-FFF2-40B4-BE49-F238E27FC236}">
                <a16:creationId xmlns:a16="http://schemas.microsoft.com/office/drawing/2014/main" id="{884E483D-056B-2E98-64EA-7EAE389BF33D}"/>
              </a:ext>
            </a:extLst>
          </p:cNvPr>
          <p:cNvSpPr txBox="1"/>
          <p:nvPr userDrawn="1"/>
        </p:nvSpPr>
        <p:spPr>
          <a:xfrm>
            <a:off x="3940306" y="1418658"/>
            <a:ext cx="1291523" cy="231569"/>
          </a:xfrm>
          <a:prstGeom prst="rect">
            <a:avLst/>
          </a:prstGeom>
          <a:noFill/>
        </p:spPr>
        <p:txBody>
          <a:bodyPr wrap="square" rtlCol="0">
            <a:noAutofit/>
          </a:bodyPr>
          <a:lstStyle/>
          <a:p>
            <a:pPr algn="ctr">
              <a:lnSpc>
                <a:spcPct val="150000"/>
              </a:lnSpc>
            </a:pPr>
            <a:r>
              <a:rPr lang="fr-FR" sz="1000" spc="150" baseline="0" dirty="0">
                <a:solidFill>
                  <a:schemeClr val="bg2"/>
                </a:solidFill>
                <a:latin typeface="+mn-lt"/>
              </a:rPr>
              <a:t>TECH</a:t>
            </a:r>
          </a:p>
        </p:txBody>
      </p:sp>
    </p:spTree>
    <p:extLst>
      <p:ext uri="{BB962C8B-B14F-4D97-AF65-F5344CB8AC3E}">
        <p14:creationId xmlns:p14="http://schemas.microsoft.com/office/powerpoint/2010/main" val="370973044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Diapositive de titr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FBBE189C-D496-7587-F16A-A60D2FEB5AA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588"/>
            <a:ext cx="9144000" cy="5143500"/>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005A8277-0EBE-5AB0-7BB9-0B58C690C69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81244" y="1598006"/>
            <a:ext cx="181512" cy="123824"/>
          </a:xfrm>
          <a:prstGeom prst="rect">
            <a:avLst/>
          </a:prstGeom>
        </p:spPr>
      </p:pic>
      <p:sp>
        <p:nvSpPr>
          <p:cNvPr id="6" name="Tijdelijke aanduiding voor tekst 5">
            <a:extLst>
              <a:ext uri="{FF2B5EF4-FFF2-40B4-BE49-F238E27FC236}">
                <a16:creationId xmlns:a16="http://schemas.microsoft.com/office/drawing/2014/main" id="{B80AF1BF-2045-AB7E-9BCC-7E7B0F27C845}"/>
              </a:ext>
            </a:extLst>
          </p:cNvPr>
          <p:cNvSpPr>
            <a:spLocks noGrp="1"/>
          </p:cNvSpPr>
          <p:nvPr>
            <p:ph type="body" sz="quarter" idx="10" hasCustomPrompt="1"/>
          </p:nvPr>
        </p:nvSpPr>
        <p:spPr>
          <a:xfrm>
            <a:off x="2128564" y="2251889"/>
            <a:ext cx="4886871" cy="490537"/>
          </a:xfrm>
        </p:spPr>
        <p:txBody>
          <a:bodyPr>
            <a:noAutofit/>
          </a:bodyPr>
          <a:lstStyle>
            <a:lvl1pPr algn="ctr">
              <a:defRPr sz="2800" b="0" i="0">
                <a:solidFill>
                  <a:schemeClr val="bg2"/>
                </a:solidFill>
                <a:latin typeface="Belfius21 ExtraLight" pitchFamily="2" charset="77"/>
              </a:defRPr>
            </a:lvl1pPr>
          </a:lstStyle>
          <a:p>
            <a:pPr lvl="0"/>
            <a:r>
              <a:rPr lang="nl-NL" dirty="0" err="1"/>
              <a:t>Chapitre</a:t>
            </a:r>
            <a:endParaRPr lang="nl-NL" dirty="0"/>
          </a:p>
        </p:txBody>
      </p:sp>
    </p:spTree>
    <p:extLst>
      <p:ext uri="{BB962C8B-B14F-4D97-AF65-F5344CB8AC3E}">
        <p14:creationId xmlns:p14="http://schemas.microsoft.com/office/powerpoint/2010/main" val="4102673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2_Diapositive de titre">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315231FE-776A-2E83-21CF-E296F61C55F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3331" b="6596"/>
          <a:stretch/>
        </p:blipFill>
        <p:spPr>
          <a:xfrm>
            <a:off x="0" y="-1"/>
            <a:ext cx="9144000" cy="5145089"/>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005A8277-0EBE-5AB0-7BB9-0B58C690C69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81244" y="1598006"/>
            <a:ext cx="181512" cy="123824"/>
          </a:xfrm>
          <a:prstGeom prst="rect">
            <a:avLst/>
          </a:prstGeom>
        </p:spPr>
      </p:pic>
      <p:sp>
        <p:nvSpPr>
          <p:cNvPr id="6" name="Tijdelijke aanduiding voor tekst 5">
            <a:extLst>
              <a:ext uri="{FF2B5EF4-FFF2-40B4-BE49-F238E27FC236}">
                <a16:creationId xmlns:a16="http://schemas.microsoft.com/office/drawing/2014/main" id="{B80AF1BF-2045-AB7E-9BCC-7E7B0F27C845}"/>
              </a:ext>
            </a:extLst>
          </p:cNvPr>
          <p:cNvSpPr>
            <a:spLocks noGrp="1"/>
          </p:cNvSpPr>
          <p:nvPr>
            <p:ph type="body" sz="quarter" idx="10" hasCustomPrompt="1"/>
          </p:nvPr>
        </p:nvSpPr>
        <p:spPr>
          <a:xfrm>
            <a:off x="2128564" y="2251889"/>
            <a:ext cx="4886871" cy="490537"/>
          </a:xfrm>
        </p:spPr>
        <p:txBody>
          <a:bodyPr>
            <a:noAutofit/>
          </a:bodyPr>
          <a:lstStyle>
            <a:lvl1pPr algn="ctr">
              <a:defRPr sz="2800" b="0" i="0">
                <a:solidFill>
                  <a:schemeClr val="bg2"/>
                </a:solidFill>
                <a:latin typeface="Belfius21 ExtraLight" pitchFamily="2" charset="77"/>
              </a:defRPr>
            </a:lvl1pPr>
          </a:lstStyle>
          <a:p>
            <a:pPr lvl="0"/>
            <a:r>
              <a:rPr lang="nl-NL" dirty="0" err="1"/>
              <a:t>Chapitre</a:t>
            </a:r>
            <a:endParaRPr lang="nl-NL" dirty="0"/>
          </a:p>
        </p:txBody>
      </p:sp>
    </p:spTree>
    <p:extLst>
      <p:ext uri="{BB962C8B-B14F-4D97-AF65-F5344CB8AC3E}">
        <p14:creationId xmlns:p14="http://schemas.microsoft.com/office/powerpoint/2010/main" val="788131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Diapositive de titre">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28B5741F-BEB7-9F35-B4CC-18F8AC2DAAB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94"/>
            <a:ext cx="9145412" cy="5144294"/>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96461263-5F80-BB0E-782F-9754581336F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81244" y="1598006"/>
            <a:ext cx="181512" cy="123824"/>
          </a:xfrm>
          <a:prstGeom prst="rect">
            <a:avLst/>
          </a:prstGeom>
        </p:spPr>
      </p:pic>
      <p:sp>
        <p:nvSpPr>
          <p:cNvPr id="4" name="Tijdelijke aanduiding voor tekst 5">
            <a:extLst>
              <a:ext uri="{FF2B5EF4-FFF2-40B4-BE49-F238E27FC236}">
                <a16:creationId xmlns:a16="http://schemas.microsoft.com/office/drawing/2014/main" id="{086DDCAA-FC0B-BAF9-69AB-76B7AFDBF240}"/>
              </a:ext>
            </a:extLst>
          </p:cNvPr>
          <p:cNvSpPr>
            <a:spLocks noGrp="1"/>
          </p:cNvSpPr>
          <p:nvPr>
            <p:ph type="body" sz="quarter" idx="10" hasCustomPrompt="1"/>
          </p:nvPr>
        </p:nvSpPr>
        <p:spPr>
          <a:xfrm>
            <a:off x="2128564" y="2251889"/>
            <a:ext cx="4886871" cy="490537"/>
          </a:xfrm>
        </p:spPr>
        <p:txBody>
          <a:bodyPr>
            <a:noAutofit/>
          </a:bodyPr>
          <a:lstStyle>
            <a:lvl1pPr algn="ctr">
              <a:defRPr sz="2800" b="0" i="0">
                <a:solidFill>
                  <a:schemeClr val="bg2"/>
                </a:solidFill>
                <a:latin typeface="Belfius21 ExtraLight" pitchFamily="2" charset="77"/>
              </a:defRPr>
            </a:lvl1pPr>
          </a:lstStyle>
          <a:p>
            <a:pPr lvl="0"/>
            <a:r>
              <a:rPr lang="nl-NL" dirty="0" err="1"/>
              <a:t>Chapitre</a:t>
            </a:r>
            <a:endParaRPr lang="nl-NL" dirty="0"/>
          </a:p>
        </p:txBody>
      </p:sp>
    </p:spTree>
    <p:extLst>
      <p:ext uri="{BB962C8B-B14F-4D97-AF65-F5344CB8AC3E}">
        <p14:creationId xmlns:p14="http://schemas.microsoft.com/office/powerpoint/2010/main" val="34008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3_Diapositive de titre">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966090E9-9410-88BA-D3A0-7E0F97D7AFE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94"/>
            <a:ext cx="9144000" cy="5143500"/>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1BD0C96B-2A96-815B-CBA7-46CCBF5F48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81244" y="1598006"/>
            <a:ext cx="181512" cy="123824"/>
          </a:xfrm>
          <a:prstGeom prst="rect">
            <a:avLst/>
          </a:prstGeom>
        </p:spPr>
      </p:pic>
      <p:sp>
        <p:nvSpPr>
          <p:cNvPr id="4" name="Tijdelijke aanduiding voor tekst 5">
            <a:extLst>
              <a:ext uri="{FF2B5EF4-FFF2-40B4-BE49-F238E27FC236}">
                <a16:creationId xmlns:a16="http://schemas.microsoft.com/office/drawing/2014/main" id="{155B1FB3-45F6-99F9-9E70-3E5806CB52A0}"/>
              </a:ext>
            </a:extLst>
          </p:cNvPr>
          <p:cNvSpPr>
            <a:spLocks noGrp="1"/>
          </p:cNvSpPr>
          <p:nvPr>
            <p:ph type="body" sz="quarter" idx="10" hasCustomPrompt="1"/>
          </p:nvPr>
        </p:nvSpPr>
        <p:spPr>
          <a:xfrm>
            <a:off x="2128564" y="2251889"/>
            <a:ext cx="4886871" cy="490537"/>
          </a:xfrm>
        </p:spPr>
        <p:txBody>
          <a:bodyPr>
            <a:noAutofit/>
          </a:bodyPr>
          <a:lstStyle>
            <a:lvl1pPr algn="ctr">
              <a:defRPr sz="2800" b="0" i="0">
                <a:solidFill>
                  <a:schemeClr val="bg2"/>
                </a:solidFill>
                <a:latin typeface="Belfius21 ExtraLight" pitchFamily="2" charset="77"/>
              </a:defRPr>
            </a:lvl1pPr>
          </a:lstStyle>
          <a:p>
            <a:pPr lvl="0"/>
            <a:r>
              <a:rPr lang="nl-NL" dirty="0" err="1"/>
              <a:t>Chapitre</a:t>
            </a:r>
            <a:endParaRPr lang="nl-NL" dirty="0"/>
          </a:p>
        </p:txBody>
      </p:sp>
    </p:spTree>
    <p:extLst>
      <p:ext uri="{BB962C8B-B14F-4D97-AF65-F5344CB8AC3E}">
        <p14:creationId xmlns:p14="http://schemas.microsoft.com/office/powerpoint/2010/main" val="233256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5_Diapositive de titre">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B1CC090C-ED87-9227-A32D-183B1221058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94"/>
            <a:ext cx="9144000" cy="5143500"/>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22E0ED0F-B4EB-976A-D9A5-A67EF5BCE23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81244" y="1598006"/>
            <a:ext cx="181512" cy="123824"/>
          </a:xfrm>
          <a:prstGeom prst="rect">
            <a:avLst/>
          </a:prstGeom>
        </p:spPr>
      </p:pic>
      <p:sp>
        <p:nvSpPr>
          <p:cNvPr id="4" name="Tijdelijke aanduiding voor tekst 5">
            <a:extLst>
              <a:ext uri="{FF2B5EF4-FFF2-40B4-BE49-F238E27FC236}">
                <a16:creationId xmlns:a16="http://schemas.microsoft.com/office/drawing/2014/main" id="{6ECF2839-48E0-D88D-D9FB-2F5A8BB23921}"/>
              </a:ext>
            </a:extLst>
          </p:cNvPr>
          <p:cNvSpPr>
            <a:spLocks noGrp="1"/>
          </p:cNvSpPr>
          <p:nvPr>
            <p:ph type="body" sz="quarter" idx="10" hasCustomPrompt="1"/>
          </p:nvPr>
        </p:nvSpPr>
        <p:spPr>
          <a:xfrm>
            <a:off x="2128564" y="2251889"/>
            <a:ext cx="4886871" cy="490537"/>
          </a:xfrm>
        </p:spPr>
        <p:txBody>
          <a:bodyPr>
            <a:noAutofit/>
          </a:bodyPr>
          <a:lstStyle>
            <a:lvl1pPr algn="ctr">
              <a:defRPr sz="2800" b="0" i="0">
                <a:solidFill>
                  <a:schemeClr val="bg2"/>
                </a:solidFill>
                <a:latin typeface="Belfius21 ExtraLight" pitchFamily="2" charset="77"/>
              </a:defRPr>
            </a:lvl1pPr>
          </a:lstStyle>
          <a:p>
            <a:pPr lvl="0"/>
            <a:r>
              <a:rPr lang="nl-NL" dirty="0" err="1"/>
              <a:t>Chapitre</a:t>
            </a:r>
            <a:endParaRPr lang="nl-NL" dirty="0"/>
          </a:p>
        </p:txBody>
      </p:sp>
    </p:spTree>
    <p:extLst>
      <p:ext uri="{BB962C8B-B14F-4D97-AF65-F5344CB8AC3E}">
        <p14:creationId xmlns:p14="http://schemas.microsoft.com/office/powerpoint/2010/main" val="936672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7_Diapositive de titre">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A36F03D6-C644-A6EB-1287-CB00B45383B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94"/>
            <a:ext cx="9145412" cy="5144294"/>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34AC0664-258F-6306-EF17-9F18A01DF1C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81244" y="1598006"/>
            <a:ext cx="181512" cy="123824"/>
          </a:xfrm>
          <a:prstGeom prst="rect">
            <a:avLst/>
          </a:prstGeom>
        </p:spPr>
      </p:pic>
      <p:sp>
        <p:nvSpPr>
          <p:cNvPr id="4" name="Tijdelijke aanduiding voor tekst 5">
            <a:extLst>
              <a:ext uri="{FF2B5EF4-FFF2-40B4-BE49-F238E27FC236}">
                <a16:creationId xmlns:a16="http://schemas.microsoft.com/office/drawing/2014/main" id="{CB0BC7F6-D3FE-4A91-19AD-D620877C683E}"/>
              </a:ext>
            </a:extLst>
          </p:cNvPr>
          <p:cNvSpPr>
            <a:spLocks noGrp="1"/>
          </p:cNvSpPr>
          <p:nvPr>
            <p:ph type="body" sz="quarter" idx="10" hasCustomPrompt="1"/>
          </p:nvPr>
        </p:nvSpPr>
        <p:spPr>
          <a:xfrm>
            <a:off x="2128564" y="2251889"/>
            <a:ext cx="4886871" cy="490537"/>
          </a:xfrm>
        </p:spPr>
        <p:txBody>
          <a:bodyPr>
            <a:noAutofit/>
          </a:bodyPr>
          <a:lstStyle>
            <a:lvl1pPr algn="ctr">
              <a:defRPr sz="2800" b="0" i="0">
                <a:solidFill>
                  <a:schemeClr val="bg2"/>
                </a:solidFill>
                <a:latin typeface="Belfius21 ExtraLight" pitchFamily="2" charset="77"/>
              </a:defRPr>
            </a:lvl1pPr>
          </a:lstStyle>
          <a:p>
            <a:pPr lvl="0"/>
            <a:r>
              <a:rPr lang="nl-NL" dirty="0" err="1"/>
              <a:t>Chapitre</a:t>
            </a:r>
            <a:endParaRPr lang="nl-NL" dirty="0"/>
          </a:p>
        </p:txBody>
      </p:sp>
    </p:spTree>
    <p:extLst>
      <p:ext uri="{BB962C8B-B14F-4D97-AF65-F5344CB8AC3E}">
        <p14:creationId xmlns:p14="http://schemas.microsoft.com/office/powerpoint/2010/main" val="3470873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Diapositive de titr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725E4D9-9D93-0740-DABB-46F4E56FE20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588"/>
            <a:ext cx="4365155" cy="5143500"/>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388B19D9-AD44-11AC-93CD-2E7F45D7AED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130392" y="828533"/>
            <a:ext cx="193979" cy="132329"/>
          </a:xfrm>
          <a:prstGeom prst="rect">
            <a:avLst/>
          </a:prstGeom>
        </p:spPr>
      </p:pic>
      <p:sp>
        <p:nvSpPr>
          <p:cNvPr id="10" name="Tijdelijke aanduiding voor tekst 9">
            <a:extLst>
              <a:ext uri="{FF2B5EF4-FFF2-40B4-BE49-F238E27FC236}">
                <a16:creationId xmlns:a16="http://schemas.microsoft.com/office/drawing/2014/main" id="{C984D7F5-F114-F50D-B42F-9B9239C6EE4A}"/>
              </a:ext>
            </a:extLst>
          </p:cNvPr>
          <p:cNvSpPr>
            <a:spLocks noGrp="1"/>
          </p:cNvSpPr>
          <p:nvPr>
            <p:ph type="body" sz="quarter" idx="11" hasCustomPrompt="1"/>
          </p:nvPr>
        </p:nvSpPr>
        <p:spPr>
          <a:xfrm>
            <a:off x="317084" y="1305655"/>
            <a:ext cx="3811219" cy="1903413"/>
          </a:xfrm>
        </p:spPr>
        <p:txBody>
          <a:bodyPr wrap="none" lIns="0" tIns="0" rIns="0" bIns="0">
            <a:noAutofit/>
          </a:bodyPr>
          <a:lstStyle>
            <a:lvl1pPr algn="ctr">
              <a:defRPr sz="2800">
                <a:solidFill>
                  <a:schemeClr val="bg2"/>
                </a:solidFill>
              </a:defRPr>
            </a:lvl1pPr>
          </a:lstStyle>
          <a:p>
            <a:pPr algn="ctr">
              <a:lnSpc>
                <a:spcPct val="100000"/>
              </a:lnSpc>
            </a:pPr>
            <a:r>
              <a:rPr lang="nl-BE" sz="2800" b="0" i="0" dirty="0">
                <a:solidFill>
                  <a:schemeClr val="bg2"/>
                </a:solidFill>
                <a:latin typeface="+mn-lt"/>
              </a:rPr>
              <a:t>Title or quote</a:t>
            </a:r>
          </a:p>
        </p:txBody>
      </p:sp>
      <p:sp>
        <p:nvSpPr>
          <p:cNvPr id="13" name="Titel 12">
            <a:extLst>
              <a:ext uri="{FF2B5EF4-FFF2-40B4-BE49-F238E27FC236}">
                <a16:creationId xmlns:a16="http://schemas.microsoft.com/office/drawing/2014/main" id="{547D5A54-2E31-C86A-3DD0-2704F7877B12}"/>
              </a:ext>
            </a:extLst>
          </p:cNvPr>
          <p:cNvSpPr>
            <a:spLocks noGrp="1"/>
          </p:cNvSpPr>
          <p:nvPr>
            <p:ph type="title" hasCustomPrompt="1"/>
          </p:nvPr>
        </p:nvSpPr>
        <p:spPr>
          <a:xfrm>
            <a:off x="4778846" y="749137"/>
            <a:ext cx="3956179" cy="340282"/>
          </a:xfrm>
          <a:prstGeom prst="rect">
            <a:avLst/>
          </a:prstGeom>
        </p:spPr>
        <p:txBody>
          <a:bodyPr/>
          <a:lstStyle>
            <a:lvl1pPr>
              <a:defRPr sz="1350" b="1" i="0">
                <a:gradFill>
                  <a:gsLst>
                    <a:gs pos="0">
                      <a:srgbClr val="C10040"/>
                    </a:gs>
                    <a:gs pos="33000">
                      <a:srgbClr val="CE004E"/>
                    </a:gs>
                    <a:gs pos="85000">
                      <a:srgbClr val="EB0171"/>
                    </a:gs>
                  </a:gsLst>
                  <a:lin ang="16800000" scaled="0"/>
                </a:gradFill>
                <a:latin typeface="Belfius21" pitchFamily="2" charset="77"/>
              </a:defRPr>
            </a:lvl1pPr>
          </a:lstStyle>
          <a:p>
            <a:r>
              <a:rPr lang="nl-NL" dirty="0"/>
              <a:t>Motion &amp; </a:t>
            </a:r>
            <a:r>
              <a:rPr lang="nl-NL" dirty="0" err="1"/>
              <a:t>Emotion</a:t>
            </a:r>
            <a:endParaRPr lang="nl-BE" dirty="0"/>
          </a:p>
        </p:txBody>
      </p:sp>
      <p:sp>
        <p:nvSpPr>
          <p:cNvPr id="17" name="Tijdelijke aanduiding voor tekst 16">
            <a:extLst>
              <a:ext uri="{FF2B5EF4-FFF2-40B4-BE49-F238E27FC236}">
                <a16:creationId xmlns:a16="http://schemas.microsoft.com/office/drawing/2014/main" id="{C99887AD-D059-D2CE-4505-4FAFAED01A01}"/>
              </a:ext>
            </a:extLst>
          </p:cNvPr>
          <p:cNvSpPr>
            <a:spLocks noGrp="1"/>
          </p:cNvSpPr>
          <p:nvPr>
            <p:ph type="body" sz="quarter" idx="12" hasCustomPrompt="1"/>
          </p:nvPr>
        </p:nvSpPr>
        <p:spPr>
          <a:xfrm>
            <a:off x="4778846" y="1126184"/>
            <a:ext cx="3956179" cy="2802078"/>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8" name="Tekstvak 17">
            <a:extLst>
              <a:ext uri="{FF2B5EF4-FFF2-40B4-BE49-F238E27FC236}">
                <a16:creationId xmlns:a16="http://schemas.microsoft.com/office/drawing/2014/main" id="{A76B1589-3074-335B-7959-83FBDB180991}"/>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3796845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4_Diapositive de titre">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3114DD61-6487-5C94-DDD9-43579543DAD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589"/>
            <a:ext cx="4365155" cy="5145089"/>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388B19D9-AD44-11AC-93CD-2E7F45D7AED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130392" y="828533"/>
            <a:ext cx="193979" cy="132329"/>
          </a:xfrm>
          <a:prstGeom prst="rect">
            <a:avLst/>
          </a:prstGeom>
        </p:spPr>
      </p:pic>
      <p:sp>
        <p:nvSpPr>
          <p:cNvPr id="10" name="Tijdelijke aanduiding voor tekst 9">
            <a:extLst>
              <a:ext uri="{FF2B5EF4-FFF2-40B4-BE49-F238E27FC236}">
                <a16:creationId xmlns:a16="http://schemas.microsoft.com/office/drawing/2014/main" id="{C984D7F5-F114-F50D-B42F-9B9239C6EE4A}"/>
              </a:ext>
            </a:extLst>
          </p:cNvPr>
          <p:cNvSpPr>
            <a:spLocks noGrp="1"/>
          </p:cNvSpPr>
          <p:nvPr>
            <p:ph type="body" sz="quarter" idx="11" hasCustomPrompt="1"/>
          </p:nvPr>
        </p:nvSpPr>
        <p:spPr>
          <a:xfrm>
            <a:off x="317084" y="1305655"/>
            <a:ext cx="3811219" cy="1903413"/>
          </a:xfrm>
        </p:spPr>
        <p:txBody>
          <a:bodyPr wrap="none" lIns="0" tIns="0" rIns="0" bIns="0">
            <a:noAutofit/>
          </a:bodyPr>
          <a:lstStyle>
            <a:lvl1pPr algn="ctr">
              <a:defRPr sz="2800">
                <a:solidFill>
                  <a:schemeClr val="bg2"/>
                </a:solidFill>
              </a:defRPr>
            </a:lvl1pPr>
          </a:lstStyle>
          <a:p>
            <a:pPr algn="ctr">
              <a:lnSpc>
                <a:spcPct val="100000"/>
              </a:lnSpc>
            </a:pPr>
            <a:r>
              <a:rPr lang="nl-BE" sz="2800" b="0" i="0" dirty="0">
                <a:solidFill>
                  <a:schemeClr val="bg2"/>
                </a:solidFill>
                <a:latin typeface="+mn-lt"/>
              </a:rPr>
              <a:t>Title or quote</a:t>
            </a:r>
          </a:p>
        </p:txBody>
      </p:sp>
      <p:sp>
        <p:nvSpPr>
          <p:cNvPr id="13" name="Titel 12">
            <a:extLst>
              <a:ext uri="{FF2B5EF4-FFF2-40B4-BE49-F238E27FC236}">
                <a16:creationId xmlns:a16="http://schemas.microsoft.com/office/drawing/2014/main" id="{547D5A54-2E31-C86A-3DD0-2704F7877B12}"/>
              </a:ext>
            </a:extLst>
          </p:cNvPr>
          <p:cNvSpPr>
            <a:spLocks noGrp="1"/>
          </p:cNvSpPr>
          <p:nvPr>
            <p:ph type="title" hasCustomPrompt="1"/>
          </p:nvPr>
        </p:nvSpPr>
        <p:spPr>
          <a:xfrm>
            <a:off x="4778846" y="749137"/>
            <a:ext cx="3956179" cy="340282"/>
          </a:xfrm>
          <a:prstGeom prst="rect">
            <a:avLst/>
          </a:prstGeom>
        </p:spPr>
        <p:txBody>
          <a:bodyPr/>
          <a:lstStyle>
            <a:lvl1pPr>
              <a:defRPr sz="1350" b="1" i="0">
                <a:gradFill>
                  <a:gsLst>
                    <a:gs pos="0">
                      <a:srgbClr val="C10040"/>
                    </a:gs>
                    <a:gs pos="33000">
                      <a:srgbClr val="CE004E"/>
                    </a:gs>
                    <a:gs pos="85000">
                      <a:srgbClr val="EB0171"/>
                    </a:gs>
                  </a:gsLst>
                  <a:lin ang="16800000" scaled="0"/>
                </a:gradFill>
                <a:latin typeface="Belfius21" pitchFamily="2" charset="77"/>
              </a:defRPr>
            </a:lvl1pPr>
          </a:lstStyle>
          <a:p>
            <a:r>
              <a:rPr lang="nl-NL" dirty="0"/>
              <a:t>Motion &amp; </a:t>
            </a:r>
            <a:r>
              <a:rPr lang="nl-NL" dirty="0" err="1"/>
              <a:t>Emotion</a:t>
            </a:r>
            <a:endParaRPr lang="nl-BE" dirty="0"/>
          </a:p>
        </p:txBody>
      </p:sp>
      <p:sp>
        <p:nvSpPr>
          <p:cNvPr id="17" name="Tijdelijke aanduiding voor tekst 16">
            <a:extLst>
              <a:ext uri="{FF2B5EF4-FFF2-40B4-BE49-F238E27FC236}">
                <a16:creationId xmlns:a16="http://schemas.microsoft.com/office/drawing/2014/main" id="{C99887AD-D059-D2CE-4505-4FAFAED01A01}"/>
              </a:ext>
            </a:extLst>
          </p:cNvPr>
          <p:cNvSpPr>
            <a:spLocks noGrp="1"/>
          </p:cNvSpPr>
          <p:nvPr>
            <p:ph type="body" sz="quarter" idx="12" hasCustomPrompt="1"/>
          </p:nvPr>
        </p:nvSpPr>
        <p:spPr>
          <a:xfrm>
            <a:off x="4778846" y="1126184"/>
            <a:ext cx="3956179" cy="2802078"/>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8" name="Tekstvak 17">
            <a:extLst>
              <a:ext uri="{FF2B5EF4-FFF2-40B4-BE49-F238E27FC236}">
                <a16:creationId xmlns:a16="http://schemas.microsoft.com/office/drawing/2014/main" id="{A76B1589-3074-335B-7959-83FBDB180991}"/>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
        <p:nvSpPr>
          <p:cNvPr id="5" name="ZoneTexte 4">
            <a:extLst>
              <a:ext uri="{FF2B5EF4-FFF2-40B4-BE49-F238E27FC236}">
                <a16:creationId xmlns:a16="http://schemas.microsoft.com/office/drawing/2014/main" id="{9546C44D-4E15-D2D7-5526-C881079E82D8}"/>
              </a:ext>
            </a:extLst>
          </p:cNvPr>
          <p:cNvSpPr txBox="1"/>
          <p:nvPr userDrawn="1"/>
        </p:nvSpPr>
        <p:spPr>
          <a:xfrm>
            <a:off x="3187186" y="-269563"/>
            <a:ext cx="0" cy="0"/>
          </a:xfrm>
          <a:prstGeom prst="rect">
            <a:avLst/>
          </a:prstGeom>
          <a:noFill/>
        </p:spPr>
        <p:txBody>
          <a:bodyPr wrap="none" rtlCol="0">
            <a:noAutofit/>
          </a:bodyPr>
          <a:lstStyle/>
          <a:p>
            <a:pPr algn="l">
              <a:lnSpc>
                <a:spcPct val="150000"/>
              </a:lnSpc>
            </a:pPr>
            <a:endParaRPr lang="fr-FR" dirty="0"/>
          </a:p>
        </p:txBody>
      </p:sp>
    </p:spTree>
    <p:extLst>
      <p:ext uri="{BB962C8B-B14F-4D97-AF65-F5344CB8AC3E}">
        <p14:creationId xmlns:p14="http://schemas.microsoft.com/office/powerpoint/2010/main" val="1219410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9_Diapositive de titr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D5AE809F-0344-B161-97FF-26F23F9F100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31"/>
          <a:stretch/>
        </p:blipFill>
        <p:spPr>
          <a:xfrm>
            <a:off x="5799432" y="0"/>
            <a:ext cx="3340358" cy="5143500"/>
          </a:xfrm>
          <a:prstGeom prst="rect">
            <a:avLst/>
          </a:prstGeom>
        </p:spPr>
      </p:pic>
      <p:sp>
        <p:nvSpPr>
          <p:cNvPr id="6" name="Tijdelijke aanduiding voor tekst 5">
            <a:extLst>
              <a:ext uri="{FF2B5EF4-FFF2-40B4-BE49-F238E27FC236}">
                <a16:creationId xmlns:a16="http://schemas.microsoft.com/office/drawing/2014/main" id="{77D68C79-891E-46BA-0EE4-A9F38335F183}"/>
              </a:ext>
            </a:extLst>
          </p:cNvPr>
          <p:cNvSpPr>
            <a:spLocks noGrp="1"/>
          </p:cNvSpPr>
          <p:nvPr>
            <p:ph type="body" sz="quarter" idx="10" hasCustomPrompt="1"/>
          </p:nvPr>
        </p:nvSpPr>
        <p:spPr>
          <a:xfrm>
            <a:off x="6018661" y="1810019"/>
            <a:ext cx="2928128" cy="1163638"/>
          </a:xfrm>
        </p:spPr>
        <p:txBody>
          <a:bodyPr>
            <a:noAutofit/>
          </a:bodyPr>
          <a:lstStyle>
            <a:lvl1pPr algn="ctr">
              <a:defRPr sz="2000">
                <a:solidFill>
                  <a:schemeClr val="bg2"/>
                </a:solidFill>
                <a:latin typeface="+mj-lt"/>
              </a:defRPr>
            </a:lvl1pPr>
          </a:lstStyle>
          <a:p>
            <a:pPr lvl="0"/>
            <a:r>
              <a:rPr lang="nl-NL" dirty="0" err="1"/>
              <a:t>Title</a:t>
            </a:r>
            <a:r>
              <a:rPr lang="nl-NL" dirty="0"/>
              <a:t> or quote</a:t>
            </a:r>
          </a:p>
        </p:txBody>
      </p:sp>
      <p:pic>
        <p:nvPicPr>
          <p:cNvPr id="3" name="Afbeelding 2" descr="Afbeelding met schermopname, Graphics, wit, ontwerp&#10;&#10;Automatisch gegenereerde beschrijving">
            <a:extLst>
              <a:ext uri="{FF2B5EF4-FFF2-40B4-BE49-F238E27FC236}">
                <a16:creationId xmlns:a16="http://schemas.microsoft.com/office/drawing/2014/main" id="{3F20EAB9-EAC6-F53F-7ED6-5660966A35C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385737" y="1373540"/>
            <a:ext cx="193979" cy="132329"/>
          </a:xfrm>
          <a:prstGeom prst="rect">
            <a:avLst/>
          </a:prstGeom>
        </p:spPr>
      </p:pic>
      <p:sp>
        <p:nvSpPr>
          <p:cNvPr id="8" name="Titel 12">
            <a:extLst>
              <a:ext uri="{FF2B5EF4-FFF2-40B4-BE49-F238E27FC236}">
                <a16:creationId xmlns:a16="http://schemas.microsoft.com/office/drawing/2014/main" id="{653B500C-B61E-1171-7786-4EB5DDF01D98}"/>
              </a:ext>
            </a:extLst>
          </p:cNvPr>
          <p:cNvSpPr>
            <a:spLocks noGrp="1"/>
          </p:cNvSpPr>
          <p:nvPr>
            <p:ph type="title" hasCustomPrompt="1"/>
          </p:nvPr>
        </p:nvSpPr>
        <p:spPr>
          <a:xfrm>
            <a:off x="615821" y="1295094"/>
            <a:ext cx="4572000" cy="340282"/>
          </a:xfrm>
          <a:prstGeom prst="rect">
            <a:avLst/>
          </a:prstGeom>
        </p:spPr>
        <p:txBody>
          <a:bodyPr/>
          <a:lstStyle>
            <a:lvl1pPr>
              <a:defRPr sz="1350" b="1" i="0">
                <a:solidFill>
                  <a:schemeClr val="tx1"/>
                </a:solidFill>
                <a:latin typeface="Belfius21" pitchFamily="2" charset="77"/>
              </a:defRPr>
            </a:lvl1pPr>
          </a:lstStyle>
          <a:p>
            <a:r>
              <a:rPr lang="nl-NL" dirty="0"/>
              <a:t>Motion &amp; </a:t>
            </a:r>
            <a:r>
              <a:rPr lang="nl-NL" dirty="0" err="1"/>
              <a:t>Emotion</a:t>
            </a:r>
            <a:endParaRPr lang="nl-BE" dirty="0"/>
          </a:p>
        </p:txBody>
      </p:sp>
      <p:sp>
        <p:nvSpPr>
          <p:cNvPr id="9" name="Tijdelijke aanduiding voor tekst 16">
            <a:extLst>
              <a:ext uri="{FF2B5EF4-FFF2-40B4-BE49-F238E27FC236}">
                <a16:creationId xmlns:a16="http://schemas.microsoft.com/office/drawing/2014/main" id="{6A53C41C-691B-7F7B-8552-70EAA5D20181}"/>
              </a:ext>
            </a:extLst>
          </p:cNvPr>
          <p:cNvSpPr>
            <a:spLocks noGrp="1"/>
          </p:cNvSpPr>
          <p:nvPr>
            <p:ph type="body" sz="quarter" idx="12" hasCustomPrompt="1"/>
          </p:nvPr>
        </p:nvSpPr>
        <p:spPr>
          <a:xfrm>
            <a:off x="615821" y="1672141"/>
            <a:ext cx="4572000" cy="2802078"/>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0" name="Tekstvak 9">
            <a:extLst>
              <a:ext uri="{FF2B5EF4-FFF2-40B4-BE49-F238E27FC236}">
                <a16:creationId xmlns:a16="http://schemas.microsoft.com/office/drawing/2014/main" id="{E799780B-74A9-7BAD-3F1F-FBB3F3A33E30}"/>
              </a:ext>
            </a:extLst>
          </p:cNvPr>
          <p:cNvSpPr txBox="1"/>
          <p:nvPr userDrawn="1"/>
        </p:nvSpPr>
        <p:spPr>
          <a:xfrm>
            <a:off x="254535"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1837969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0_Diapositive de titre">
    <p:spTree>
      <p:nvGrpSpPr>
        <p:cNvPr id="1" name=""/>
        <p:cNvGrpSpPr/>
        <p:nvPr/>
      </p:nvGrpSpPr>
      <p:grpSpPr>
        <a:xfrm>
          <a:off x="0" y="0"/>
          <a:ext cx="0" cy="0"/>
          <a:chOff x="0" y="0"/>
          <a:chExt cx="0" cy="0"/>
        </a:xfrm>
      </p:grpSpPr>
      <p:pic>
        <p:nvPicPr>
          <p:cNvPr id="2" name="Image 7">
            <a:extLst>
              <a:ext uri="{FF2B5EF4-FFF2-40B4-BE49-F238E27FC236}">
                <a16:creationId xmlns:a16="http://schemas.microsoft.com/office/drawing/2014/main" id="{AFC2E368-D47A-D725-1E86-50DD7CFD7B2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799432" y="0"/>
            <a:ext cx="3340358" cy="5145088"/>
          </a:xfrm>
          <a:prstGeom prst="rect">
            <a:avLst/>
          </a:prstGeom>
        </p:spPr>
      </p:pic>
      <p:sp>
        <p:nvSpPr>
          <p:cNvPr id="6" name="Tijdelijke aanduiding voor tekst 5">
            <a:extLst>
              <a:ext uri="{FF2B5EF4-FFF2-40B4-BE49-F238E27FC236}">
                <a16:creationId xmlns:a16="http://schemas.microsoft.com/office/drawing/2014/main" id="{77D68C79-891E-46BA-0EE4-A9F38335F183}"/>
              </a:ext>
            </a:extLst>
          </p:cNvPr>
          <p:cNvSpPr>
            <a:spLocks noGrp="1"/>
          </p:cNvSpPr>
          <p:nvPr>
            <p:ph type="body" sz="quarter" idx="10" hasCustomPrompt="1"/>
          </p:nvPr>
        </p:nvSpPr>
        <p:spPr>
          <a:xfrm>
            <a:off x="6018661" y="1810019"/>
            <a:ext cx="2928128" cy="1163638"/>
          </a:xfrm>
        </p:spPr>
        <p:txBody>
          <a:bodyPr>
            <a:noAutofit/>
          </a:bodyPr>
          <a:lstStyle>
            <a:lvl1pPr algn="ctr">
              <a:defRPr sz="2000">
                <a:solidFill>
                  <a:schemeClr val="bg2"/>
                </a:solidFill>
                <a:latin typeface="+mj-lt"/>
              </a:defRPr>
            </a:lvl1pPr>
          </a:lstStyle>
          <a:p>
            <a:pPr lvl="0"/>
            <a:r>
              <a:rPr lang="nl-NL" dirty="0" err="1"/>
              <a:t>Title</a:t>
            </a:r>
            <a:r>
              <a:rPr lang="nl-NL" dirty="0"/>
              <a:t> or quote</a:t>
            </a:r>
          </a:p>
        </p:txBody>
      </p:sp>
      <p:pic>
        <p:nvPicPr>
          <p:cNvPr id="3" name="Afbeelding 2" descr="Afbeelding met schermopname, Graphics, wit, ontwerp&#10;&#10;Automatisch gegenereerde beschrijving">
            <a:extLst>
              <a:ext uri="{FF2B5EF4-FFF2-40B4-BE49-F238E27FC236}">
                <a16:creationId xmlns:a16="http://schemas.microsoft.com/office/drawing/2014/main" id="{3F20EAB9-EAC6-F53F-7ED6-5660966A35C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385737" y="1373540"/>
            <a:ext cx="193979" cy="132329"/>
          </a:xfrm>
          <a:prstGeom prst="rect">
            <a:avLst/>
          </a:prstGeom>
        </p:spPr>
      </p:pic>
      <p:sp>
        <p:nvSpPr>
          <p:cNvPr id="8" name="Titel 12">
            <a:extLst>
              <a:ext uri="{FF2B5EF4-FFF2-40B4-BE49-F238E27FC236}">
                <a16:creationId xmlns:a16="http://schemas.microsoft.com/office/drawing/2014/main" id="{653B500C-B61E-1171-7786-4EB5DDF01D98}"/>
              </a:ext>
            </a:extLst>
          </p:cNvPr>
          <p:cNvSpPr>
            <a:spLocks noGrp="1"/>
          </p:cNvSpPr>
          <p:nvPr>
            <p:ph type="title" hasCustomPrompt="1"/>
          </p:nvPr>
        </p:nvSpPr>
        <p:spPr>
          <a:xfrm>
            <a:off x="615821" y="1295094"/>
            <a:ext cx="4572000" cy="340282"/>
          </a:xfrm>
          <a:prstGeom prst="rect">
            <a:avLst/>
          </a:prstGeom>
        </p:spPr>
        <p:txBody>
          <a:bodyPr/>
          <a:lstStyle>
            <a:lvl1pPr>
              <a:defRPr sz="1350" b="1" i="0">
                <a:solidFill>
                  <a:schemeClr val="tx1"/>
                </a:solidFill>
                <a:latin typeface="Belfius21" pitchFamily="2" charset="77"/>
              </a:defRPr>
            </a:lvl1pPr>
          </a:lstStyle>
          <a:p>
            <a:r>
              <a:rPr lang="nl-NL" dirty="0"/>
              <a:t>Motion &amp; </a:t>
            </a:r>
            <a:r>
              <a:rPr lang="nl-NL" dirty="0" err="1"/>
              <a:t>Emotion</a:t>
            </a:r>
            <a:endParaRPr lang="nl-BE" dirty="0"/>
          </a:p>
        </p:txBody>
      </p:sp>
      <p:sp>
        <p:nvSpPr>
          <p:cNvPr id="9" name="Tijdelijke aanduiding voor tekst 16">
            <a:extLst>
              <a:ext uri="{FF2B5EF4-FFF2-40B4-BE49-F238E27FC236}">
                <a16:creationId xmlns:a16="http://schemas.microsoft.com/office/drawing/2014/main" id="{6A53C41C-691B-7F7B-8552-70EAA5D20181}"/>
              </a:ext>
            </a:extLst>
          </p:cNvPr>
          <p:cNvSpPr>
            <a:spLocks noGrp="1"/>
          </p:cNvSpPr>
          <p:nvPr>
            <p:ph type="body" sz="quarter" idx="12" hasCustomPrompt="1"/>
          </p:nvPr>
        </p:nvSpPr>
        <p:spPr>
          <a:xfrm>
            <a:off x="615821" y="1672141"/>
            <a:ext cx="4572000" cy="2802078"/>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0" name="Tekstvak 9">
            <a:extLst>
              <a:ext uri="{FF2B5EF4-FFF2-40B4-BE49-F238E27FC236}">
                <a16:creationId xmlns:a16="http://schemas.microsoft.com/office/drawing/2014/main" id="{E799780B-74A9-7BAD-3F1F-FBB3F3A33E30}"/>
              </a:ext>
            </a:extLst>
          </p:cNvPr>
          <p:cNvSpPr txBox="1"/>
          <p:nvPr userDrawn="1"/>
        </p:nvSpPr>
        <p:spPr>
          <a:xfrm>
            <a:off x="254535"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399617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432696B2-E98F-C3AD-2648-8CFAF703123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63"/>
          <a:stretch/>
        </p:blipFill>
        <p:spPr>
          <a:xfrm>
            <a:off x="0" y="-46557"/>
            <a:ext cx="4038600" cy="5231638"/>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D8E9A076-6D08-EAD9-CF2C-26316E094C5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10815" y="804373"/>
            <a:ext cx="193979" cy="132329"/>
          </a:xfrm>
          <a:prstGeom prst="rect">
            <a:avLst/>
          </a:prstGeom>
        </p:spPr>
      </p:pic>
      <p:sp>
        <p:nvSpPr>
          <p:cNvPr id="10" name="Tijdelijke aanduiding voor tekst 9">
            <a:extLst>
              <a:ext uri="{FF2B5EF4-FFF2-40B4-BE49-F238E27FC236}">
                <a16:creationId xmlns:a16="http://schemas.microsoft.com/office/drawing/2014/main" id="{D9442F00-9E64-0DA8-933F-B31B3B981265}"/>
              </a:ext>
            </a:extLst>
          </p:cNvPr>
          <p:cNvSpPr>
            <a:spLocks noGrp="1"/>
          </p:cNvSpPr>
          <p:nvPr>
            <p:ph type="body" sz="quarter" idx="10" hasCustomPrompt="1"/>
          </p:nvPr>
        </p:nvSpPr>
        <p:spPr>
          <a:xfrm>
            <a:off x="292101" y="1628775"/>
            <a:ext cx="3453282" cy="1736725"/>
          </a:xfrm>
        </p:spPr>
        <p:txBody>
          <a:bodyPr>
            <a:normAutofit/>
          </a:bodyPr>
          <a:lstStyle>
            <a:lvl1pPr algn="ctr">
              <a:defRPr sz="2200" b="1" i="0">
                <a:solidFill>
                  <a:schemeClr val="bg2"/>
                </a:solidFill>
                <a:latin typeface="Belfius21 SemiBold" pitchFamily="2" charset="77"/>
              </a:defRPr>
            </a:lvl1pPr>
          </a:lstStyle>
          <a:p>
            <a:pPr lvl="0"/>
            <a:r>
              <a:rPr lang="nl-NL" dirty="0" err="1"/>
              <a:t>Title</a:t>
            </a:r>
            <a:r>
              <a:rPr lang="nl-NL" dirty="0"/>
              <a:t> or quote</a:t>
            </a:r>
          </a:p>
        </p:txBody>
      </p:sp>
      <p:sp>
        <p:nvSpPr>
          <p:cNvPr id="11" name="Tijdelijke aanduiding voor tekst 22">
            <a:extLst>
              <a:ext uri="{FF2B5EF4-FFF2-40B4-BE49-F238E27FC236}">
                <a16:creationId xmlns:a16="http://schemas.microsoft.com/office/drawing/2014/main" id="{5E7E6A8C-8600-1AFE-5266-D193A2A3A44B}"/>
              </a:ext>
            </a:extLst>
          </p:cNvPr>
          <p:cNvSpPr>
            <a:spLocks noGrp="1"/>
          </p:cNvSpPr>
          <p:nvPr>
            <p:ph type="body" sz="quarter" idx="13" hasCustomPrompt="1"/>
          </p:nvPr>
        </p:nvSpPr>
        <p:spPr>
          <a:xfrm>
            <a:off x="4572000" y="708521"/>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01</a:t>
            </a:r>
          </a:p>
        </p:txBody>
      </p:sp>
      <p:sp>
        <p:nvSpPr>
          <p:cNvPr id="12" name="Titel 12">
            <a:extLst>
              <a:ext uri="{FF2B5EF4-FFF2-40B4-BE49-F238E27FC236}">
                <a16:creationId xmlns:a16="http://schemas.microsoft.com/office/drawing/2014/main" id="{BAD2BAFB-AEC5-326A-DE87-2BF992E670FE}"/>
              </a:ext>
            </a:extLst>
          </p:cNvPr>
          <p:cNvSpPr>
            <a:spLocks noGrp="1"/>
          </p:cNvSpPr>
          <p:nvPr>
            <p:ph type="title" hasCustomPrompt="1"/>
          </p:nvPr>
        </p:nvSpPr>
        <p:spPr>
          <a:xfrm>
            <a:off x="4572000" y="936702"/>
            <a:ext cx="3928188" cy="256207"/>
          </a:xfrm>
          <a:prstGeom prst="rect">
            <a:avLst/>
          </a:prstGeom>
        </p:spPr>
        <p:txBody>
          <a:bodyPr/>
          <a:lstStyle>
            <a:lvl1pPr>
              <a:defRPr sz="1200" b="1" i="0">
                <a:solidFill>
                  <a:schemeClr val="tx1"/>
                </a:solidFill>
                <a:latin typeface="Belfius21" pitchFamily="2" charset="77"/>
              </a:defRPr>
            </a:lvl1pPr>
          </a:lstStyle>
          <a:p>
            <a:r>
              <a:rPr lang="nl-NL" dirty="0"/>
              <a:t>Motion &amp; </a:t>
            </a:r>
            <a:r>
              <a:rPr lang="nl-NL" dirty="0" err="1"/>
              <a:t>Emotion</a:t>
            </a:r>
            <a:endParaRPr lang="nl-BE" dirty="0"/>
          </a:p>
        </p:txBody>
      </p:sp>
      <p:sp>
        <p:nvSpPr>
          <p:cNvPr id="13" name="Tijdelijke aanduiding voor tekst 16">
            <a:extLst>
              <a:ext uri="{FF2B5EF4-FFF2-40B4-BE49-F238E27FC236}">
                <a16:creationId xmlns:a16="http://schemas.microsoft.com/office/drawing/2014/main" id="{4AA6F81A-F0C9-3F92-AA8E-501C355A186B}"/>
              </a:ext>
            </a:extLst>
          </p:cNvPr>
          <p:cNvSpPr>
            <a:spLocks noGrp="1"/>
          </p:cNvSpPr>
          <p:nvPr>
            <p:ph type="body" sz="quarter" idx="12" hasCustomPrompt="1"/>
          </p:nvPr>
        </p:nvSpPr>
        <p:spPr>
          <a:xfrm>
            <a:off x="4572000" y="1274621"/>
            <a:ext cx="3928188" cy="650943"/>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4" name="Tijdelijke aanduiding voor tekst 22">
            <a:extLst>
              <a:ext uri="{FF2B5EF4-FFF2-40B4-BE49-F238E27FC236}">
                <a16:creationId xmlns:a16="http://schemas.microsoft.com/office/drawing/2014/main" id="{54547509-9F9B-6053-8A51-52EFAB6CEDFB}"/>
              </a:ext>
            </a:extLst>
          </p:cNvPr>
          <p:cNvSpPr>
            <a:spLocks noGrp="1"/>
          </p:cNvSpPr>
          <p:nvPr>
            <p:ph type="body" sz="quarter" idx="14" hasCustomPrompt="1"/>
          </p:nvPr>
        </p:nvSpPr>
        <p:spPr>
          <a:xfrm>
            <a:off x="4572000" y="2139869"/>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02</a:t>
            </a:r>
          </a:p>
        </p:txBody>
      </p:sp>
      <p:sp>
        <p:nvSpPr>
          <p:cNvPr id="16" name="Tijdelijke aanduiding voor tekst 16">
            <a:extLst>
              <a:ext uri="{FF2B5EF4-FFF2-40B4-BE49-F238E27FC236}">
                <a16:creationId xmlns:a16="http://schemas.microsoft.com/office/drawing/2014/main" id="{A690BBC9-5A1E-E37D-6185-28F712C45B6E}"/>
              </a:ext>
            </a:extLst>
          </p:cNvPr>
          <p:cNvSpPr>
            <a:spLocks noGrp="1"/>
          </p:cNvSpPr>
          <p:nvPr>
            <p:ph type="body" sz="quarter" idx="15" hasCustomPrompt="1"/>
          </p:nvPr>
        </p:nvSpPr>
        <p:spPr>
          <a:xfrm>
            <a:off x="4572000" y="2742298"/>
            <a:ext cx="3928188" cy="650943"/>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7" name="Tijdelijke aanduiding voor tekst 22">
            <a:extLst>
              <a:ext uri="{FF2B5EF4-FFF2-40B4-BE49-F238E27FC236}">
                <a16:creationId xmlns:a16="http://schemas.microsoft.com/office/drawing/2014/main" id="{1337CD40-95FE-3820-C2B6-FEBFF384A0EF}"/>
              </a:ext>
            </a:extLst>
          </p:cNvPr>
          <p:cNvSpPr>
            <a:spLocks noGrp="1"/>
          </p:cNvSpPr>
          <p:nvPr>
            <p:ph type="body" sz="quarter" idx="16" hasCustomPrompt="1"/>
          </p:nvPr>
        </p:nvSpPr>
        <p:spPr>
          <a:xfrm>
            <a:off x="4572000" y="3644897"/>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03</a:t>
            </a:r>
          </a:p>
        </p:txBody>
      </p:sp>
      <p:sp>
        <p:nvSpPr>
          <p:cNvPr id="19" name="Tijdelijke aanduiding voor tekst 16">
            <a:extLst>
              <a:ext uri="{FF2B5EF4-FFF2-40B4-BE49-F238E27FC236}">
                <a16:creationId xmlns:a16="http://schemas.microsoft.com/office/drawing/2014/main" id="{80090D44-F7C9-6A95-3B38-F270000CE95D}"/>
              </a:ext>
            </a:extLst>
          </p:cNvPr>
          <p:cNvSpPr>
            <a:spLocks noGrp="1"/>
          </p:cNvSpPr>
          <p:nvPr>
            <p:ph type="body" sz="quarter" idx="17" hasCustomPrompt="1"/>
          </p:nvPr>
        </p:nvSpPr>
        <p:spPr>
          <a:xfrm>
            <a:off x="4572000" y="4237427"/>
            <a:ext cx="3928188" cy="650943"/>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22" name="Tijdelijke aanduiding voor tekst 16">
            <a:extLst>
              <a:ext uri="{FF2B5EF4-FFF2-40B4-BE49-F238E27FC236}">
                <a16:creationId xmlns:a16="http://schemas.microsoft.com/office/drawing/2014/main" id="{5B5C183F-F279-80BF-3D44-2D6E5989712E}"/>
              </a:ext>
            </a:extLst>
          </p:cNvPr>
          <p:cNvSpPr>
            <a:spLocks noGrp="1"/>
          </p:cNvSpPr>
          <p:nvPr>
            <p:ph type="body" sz="quarter" idx="18" hasCustomPrompt="1"/>
          </p:nvPr>
        </p:nvSpPr>
        <p:spPr>
          <a:xfrm>
            <a:off x="4572000" y="2403455"/>
            <a:ext cx="3928188" cy="256208"/>
          </a:xfrm>
        </p:spPr>
        <p:txBody>
          <a:bodyPr/>
          <a:lstStyle>
            <a:lvl1pPr>
              <a:defRPr sz="1200" b="1" i="0">
                <a:latin typeface="Belfius21" pitchFamily="2" charset="77"/>
              </a:defRPr>
            </a:lvl1pPr>
          </a:lstStyle>
          <a:p>
            <a:pPr lvl="0"/>
            <a:r>
              <a:rPr lang="nl-NL" dirty="0" err="1"/>
              <a:t>Materiality</a:t>
            </a:r>
            <a:endParaRPr lang="nl-NL" dirty="0"/>
          </a:p>
          <a:p>
            <a:pPr lvl="0"/>
            <a:endParaRPr lang="nl-NL" dirty="0"/>
          </a:p>
        </p:txBody>
      </p:sp>
      <p:sp>
        <p:nvSpPr>
          <p:cNvPr id="23" name="Tijdelijke aanduiding voor tekst 16">
            <a:extLst>
              <a:ext uri="{FF2B5EF4-FFF2-40B4-BE49-F238E27FC236}">
                <a16:creationId xmlns:a16="http://schemas.microsoft.com/office/drawing/2014/main" id="{590F4F98-7F68-5A79-828A-C06071F2C373}"/>
              </a:ext>
            </a:extLst>
          </p:cNvPr>
          <p:cNvSpPr>
            <a:spLocks noGrp="1"/>
          </p:cNvSpPr>
          <p:nvPr>
            <p:ph type="body" sz="quarter" idx="19" hasCustomPrompt="1"/>
          </p:nvPr>
        </p:nvSpPr>
        <p:spPr>
          <a:xfrm>
            <a:off x="4572000" y="3871713"/>
            <a:ext cx="3928188" cy="256208"/>
          </a:xfrm>
        </p:spPr>
        <p:txBody>
          <a:bodyPr/>
          <a:lstStyle>
            <a:lvl1pPr>
              <a:defRPr sz="1200" b="1" i="0">
                <a:latin typeface="Belfius21" pitchFamily="2" charset="77"/>
              </a:defRPr>
            </a:lvl1pPr>
          </a:lstStyle>
          <a:p>
            <a:pPr lvl="0"/>
            <a:r>
              <a:rPr lang="nl-NL" dirty="0" err="1"/>
              <a:t>Legacy</a:t>
            </a:r>
            <a:endParaRPr lang="nl-NL" dirty="0"/>
          </a:p>
          <a:p>
            <a:pPr lvl="0"/>
            <a:endParaRPr lang="nl-NL" dirty="0"/>
          </a:p>
        </p:txBody>
      </p:sp>
      <p:cxnSp>
        <p:nvCxnSpPr>
          <p:cNvPr id="24" name="Rechte verbindingslijn 23">
            <a:extLst>
              <a:ext uri="{FF2B5EF4-FFF2-40B4-BE49-F238E27FC236}">
                <a16:creationId xmlns:a16="http://schemas.microsoft.com/office/drawing/2014/main" id="{076AC663-ACB8-F82B-E42B-BFFDEEC1D99E}"/>
              </a:ext>
            </a:extLst>
          </p:cNvPr>
          <p:cNvCxnSpPr/>
          <p:nvPr userDrawn="1"/>
        </p:nvCxnSpPr>
        <p:spPr>
          <a:xfrm>
            <a:off x="4683968" y="2026094"/>
            <a:ext cx="302311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Rechte verbindingslijn 24">
            <a:extLst>
              <a:ext uri="{FF2B5EF4-FFF2-40B4-BE49-F238E27FC236}">
                <a16:creationId xmlns:a16="http://schemas.microsoft.com/office/drawing/2014/main" id="{28806DD5-3D22-E1EF-27F0-0B0BEEF71384}"/>
              </a:ext>
            </a:extLst>
          </p:cNvPr>
          <p:cNvCxnSpPr/>
          <p:nvPr userDrawn="1"/>
        </p:nvCxnSpPr>
        <p:spPr>
          <a:xfrm>
            <a:off x="4683968" y="3510700"/>
            <a:ext cx="302311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Tekstvak 25">
            <a:extLst>
              <a:ext uri="{FF2B5EF4-FFF2-40B4-BE49-F238E27FC236}">
                <a16:creationId xmlns:a16="http://schemas.microsoft.com/office/drawing/2014/main" id="{C1C85EF2-7723-2A7F-B691-31E5F41C9FA6}"/>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3790395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pic>
        <p:nvPicPr>
          <p:cNvPr id="18" name="Image 17">
            <a:extLst>
              <a:ext uri="{FF2B5EF4-FFF2-40B4-BE49-F238E27FC236}">
                <a16:creationId xmlns:a16="http://schemas.microsoft.com/office/drawing/2014/main" id="{CEA15D12-4622-5FEB-F3FF-D8358A39A76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53"/>
          <a:stretch/>
        </p:blipFill>
        <p:spPr>
          <a:xfrm flipH="1">
            <a:off x="-51310" y="0"/>
            <a:ext cx="3994329" cy="5142338"/>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31CB66ED-88F7-B4F6-D379-8641F57A91D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10815" y="804373"/>
            <a:ext cx="193979" cy="132329"/>
          </a:xfrm>
          <a:prstGeom prst="rect">
            <a:avLst/>
          </a:prstGeom>
        </p:spPr>
      </p:pic>
      <p:sp>
        <p:nvSpPr>
          <p:cNvPr id="5" name="Tijdelijke aanduiding voor tekst 9">
            <a:extLst>
              <a:ext uri="{FF2B5EF4-FFF2-40B4-BE49-F238E27FC236}">
                <a16:creationId xmlns:a16="http://schemas.microsoft.com/office/drawing/2014/main" id="{DC0B229F-2050-911A-5AA7-C907D8D544C5}"/>
              </a:ext>
            </a:extLst>
          </p:cNvPr>
          <p:cNvSpPr>
            <a:spLocks noGrp="1"/>
          </p:cNvSpPr>
          <p:nvPr>
            <p:ph type="body" sz="quarter" idx="10" hasCustomPrompt="1"/>
          </p:nvPr>
        </p:nvSpPr>
        <p:spPr>
          <a:xfrm>
            <a:off x="292101" y="1628775"/>
            <a:ext cx="3453282" cy="1736725"/>
          </a:xfrm>
        </p:spPr>
        <p:txBody>
          <a:bodyPr>
            <a:normAutofit/>
          </a:bodyPr>
          <a:lstStyle>
            <a:lvl1pPr algn="ctr">
              <a:defRPr sz="2200" b="1" i="0">
                <a:solidFill>
                  <a:schemeClr val="bg2"/>
                </a:solidFill>
                <a:latin typeface="Belfius21 SemiBold" pitchFamily="2" charset="77"/>
              </a:defRPr>
            </a:lvl1pPr>
          </a:lstStyle>
          <a:p>
            <a:pPr lvl="0"/>
            <a:r>
              <a:rPr lang="nl-NL" dirty="0" err="1"/>
              <a:t>Title</a:t>
            </a:r>
            <a:r>
              <a:rPr lang="nl-NL" dirty="0"/>
              <a:t> or quote</a:t>
            </a:r>
          </a:p>
        </p:txBody>
      </p:sp>
      <p:sp>
        <p:nvSpPr>
          <p:cNvPr id="6" name="Tijdelijke aanduiding voor tekst 22">
            <a:extLst>
              <a:ext uri="{FF2B5EF4-FFF2-40B4-BE49-F238E27FC236}">
                <a16:creationId xmlns:a16="http://schemas.microsoft.com/office/drawing/2014/main" id="{46A1BDD3-DF73-77B7-CBEF-4F60750D10BE}"/>
              </a:ext>
            </a:extLst>
          </p:cNvPr>
          <p:cNvSpPr>
            <a:spLocks noGrp="1"/>
          </p:cNvSpPr>
          <p:nvPr>
            <p:ph type="body" sz="quarter" idx="13" hasCustomPrompt="1"/>
          </p:nvPr>
        </p:nvSpPr>
        <p:spPr>
          <a:xfrm>
            <a:off x="4572000" y="708521"/>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01</a:t>
            </a:r>
          </a:p>
        </p:txBody>
      </p:sp>
      <p:sp>
        <p:nvSpPr>
          <p:cNvPr id="7" name="Titel 12">
            <a:extLst>
              <a:ext uri="{FF2B5EF4-FFF2-40B4-BE49-F238E27FC236}">
                <a16:creationId xmlns:a16="http://schemas.microsoft.com/office/drawing/2014/main" id="{31AA58BA-21DA-9E09-286D-9ADBD71890D4}"/>
              </a:ext>
            </a:extLst>
          </p:cNvPr>
          <p:cNvSpPr>
            <a:spLocks noGrp="1"/>
          </p:cNvSpPr>
          <p:nvPr>
            <p:ph type="title" hasCustomPrompt="1"/>
          </p:nvPr>
        </p:nvSpPr>
        <p:spPr>
          <a:xfrm>
            <a:off x="4572000" y="936702"/>
            <a:ext cx="3928188" cy="256207"/>
          </a:xfrm>
          <a:prstGeom prst="rect">
            <a:avLst/>
          </a:prstGeom>
        </p:spPr>
        <p:txBody>
          <a:bodyPr/>
          <a:lstStyle>
            <a:lvl1pPr>
              <a:defRPr sz="1200" b="1" i="0">
                <a:solidFill>
                  <a:schemeClr val="tx1"/>
                </a:solidFill>
                <a:latin typeface="Belfius21" pitchFamily="2" charset="77"/>
              </a:defRPr>
            </a:lvl1pPr>
          </a:lstStyle>
          <a:p>
            <a:r>
              <a:rPr lang="nl-NL" dirty="0"/>
              <a:t>Motion &amp; </a:t>
            </a:r>
            <a:r>
              <a:rPr lang="nl-NL" dirty="0" err="1"/>
              <a:t>Emotion</a:t>
            </a:r>
            <a:endParaRPr lang="nl-BE" dirty="0"/>
          </a:p>
        </p:txBody>
      </p:sp>
      <p:sp>
        <p:nvSpPr>
          <p:cNvPr id="8" name="Tijdelijke aanduiding voor tekst 16">
            <a:extLst>
              <a:ext uri="{FF2B5EF4-FFF2-40B4-BE49-F238E27FC236}">
                <a16:creationId xmlns:a16="http://schemas.microsoft.com/office/drawing/2014/main" id="{0B614B59-F1AF-2CE4-A921-D3CCB3223C46}"/>
              </a:ext>
            </a:extLst>
          </p:cNvPr>
          <p:cNvSpPr>
            <a:spLocks noGrp="1"/>
          </p:cNvSpPr>
          <p:nvPr>
            <p:ph type="body" sz="quarter" idx="12" hasCustomPrompt="1"/>
          </p:nvPr>
        </p:nvSpPr>
        <p:spPr>
          <a:xfrm>
            <a:off x="4572000" y="1274621"/>
            <a:ext cx="3928188" cy="650943"/>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9" name="Tijdelijke aanduiding voor tekst 22">
            <a:extLst>
              <a:ext uri="{FF2B5EF4-FFF2-40B4-BE49-F238E27FC236}">
                <a16:creationId xmlns:a16="http://schemas.microsoft.com/office/drawing/2014/main" id="{5D372D9C-5C02-1522-6B84-9A03ADD39814}"/>
              </a:ext>
            </a:extLst>
          </p:cNvPr>
          <p:cNvSpPr>
            <a:spLocks noGrp="1"/>
          </p:cNvSpPr>
          <p:nvPr>
            <p:ph type="body" sz="quarter" idx="14" hasCustomPrompt="1"/>
          </p:nvPr>
        </p:nvSpPr>
        <p:spPr>
          <a:xfrm>
            <a:off x="4572000" y="2139869"/>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02</a:t>
            </a:r>
          </a:p>
        </p:txBody>
      </p:sp>
      <p:sp>
        <p:nvSpPr>
          <p:cNvPr id="10" name="Tijdelijke aanduiding voor tekst 16">
            <a:extLst>
              <a:ext uri="{FF2B5EF4-FFF2-40B4-BE49-F238E27FC236}">
                <a16:creationId xmlns:a16="http://schemas.microsoft.com/office/drawing/2014/main" id="{4F2618A4-68FF-DEF0-2E9A-BC75E0DB7E66}"/>
              </a:ext>
            </a:extLst>
          </p:cNvPr>
          <p:cNvSpPr>
            <a:spLocks noGrp="1"/>
          </p:cNvSpPr>
          <p:nvPr>
            <p:ph type="body" sz="quarter" idx="15" hasCustomPrompt="1"/>
          </p:nvPr>
        </p:nvSpPr>
        <p:spPr>
          <a:xfrm>
            <a:off x="4572000" y="2742298"/>
            <a:ext cx="3928188" cy="650943"/>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1" name="Tijdelijke aanduiding voor tekst 22">
            <a:extLst>
              <a:ext uri="{FF2B5EF4-FFF2-40B4-BE49-F238E27FC236}">
                <a16:creationId xmlns:a16="http://schemas.microsoft.com/office/drawing/2014/main" id="{32320694-B445-D090-91CA-9C0A4B1DBD07}"/>
              </a:ext>
            </a:extLst>
          </p:cNvPr>
          <p:cNvSpPr>
            <a:spLocks noGrp="1"/>
          </p:cNvSpPr>
          <p:nvPr>
            <p:ph type="body" sz="quarter" idx="16" hasCustomPrompt="1"/>
          </p:nvPr>
        </p:nvSpPr>
        <p:spPr>
          <a:xfrm>
            <a:off x="4572000" y="3644897"/>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03</a:t>
            </a:r>
          </a:p>
        </p:txBody>
      </p:sp>
      <p:sp>
        <p:nvSpPr>
          <p:cNvPr id="12" name="Tijdelijke aanduiding voor tekst 16">
            <a:extLst>
              <a:ext uri="{FF2B5EF4-FFF2-40B4-BE49-F238E27FC236}">
                <a16:creationId xmlns:a16="http://schemas.microsoft.com/office/drawing/2014/main" id="{5D05F010-B39A-76F7-EA3D-5C0F6F83E4C8}"/>
              </a:ext>
            </a:extLst>
          </p:cNvPr>
          <p:cNvSpPr>
            <a:spLocks noGrp="1"/>
          </p:cNvSpPr>
          <p:nvPr>
            <p:ph type="body" sz="quarter" idx="17" hasCustomPrompt="1"/>
          </p:nvPr>
        </p:nvSpPr>
        <p:spPr>
          <a:xfrm>
            <a:off x="4572000" y="4237427"/>
            <a:ext cx="3928188" cy="650943"/>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3" name="Tijdelijke aanduiding voor tekst 16">
            <a:extLst>
              <a:ext uri="{FF2B5EF4-FFF2-40B4-BE49-F238E27FC236}">
                <a16:creationId xmlns:a16="http://schemas.microsoft.com/office/drawing/2014/main" id="{0C5C6E8F-0A0C-310B-ECF1-8C4A94EF8F79}"/>
              </a:ext>
            </a:extLst>
          </p:cNvPr>
          <p:cNvSpPr>
            <a:spLocks noGrp="1"/>
          </p:cNvSpPr>
          <p:nvPr>
            <p:ph type="body" sz="quarter" idx="18" hasCustomPrompt="1"/>
          </p:nvPr>
        </p:nvSpPr>
        <p:spPr>
          <a:xfrm>
            <a:off x="4572000" y="2403455"/>
            <a:ext cx="3928188" cy="256208"/>
          </a:xfrm>
        </p:spPr>
        <p:txBody>
          <a:bodyPr/>
          <a:lstStyle>
            <a:lvl1pPr>
              <a:defRPr sz="1200" b="1" i="0">
                <a:latin typeface="Belfius21" pitchFamily="2" charset="77"/>
              </a:defRPr>
            </a:lvl1pPr>
          </a:lstStyle>
          <a:p>
            <a:pPr lvl="0"/>
            <a:r>
              <a:rPr lang="nl-NL" dirty="0" err="1"/>
              <a:t>Materiality</a:t>
            </a:r>
            <a:endParaRPr lang="nl-NL" dirty="0"/>
          </a:p>
          <a:p>
            <a:pPr lvl="0"/>
            <a:endParaRPr lang="nl-NL" dirty="0"/>
          </a:p>
        </p:txBody>
      </p:sp>
      <p:sp>
        <p:nvSpPr>
          <p:cNvPr id="14" name="Tijdelijke aanduiding voor tekst 16">
            <a:extLst>
              <a:ext uri="{FF2B5EF4-FFF2-40B4-BE49-F238E27FC236}">
                <a16:creationId xmlns:a16="http://schemas.microsoft.com/office/drawing/2014/main" id="{A8B278C7-C313-A7D7-7891-69BD0547BEAB}"/>
              </a:ext>
            </a:extLst>
          </p:cNvPr>
          <p:cNvSpPr>
            <a:spLocks noGrp="1"/>
          </p:cNvSpPr>
          <p:nvPr>
            <p:ph type="body" sz="quarter" idx="19" hasCustomPrompt="1"/>
          </p:nvPr>
        </p:nvSpPr>
        <p:spPr>
          <a:xfrm>
            <a:off x="4572000" y="3871713"/>
            <a:ext cx="3928188" cy="256208"/>
          </a:xfrm>
        </p:spPr>
        <p:txBody>
          <a:bodyPr/>
          <a:lstStyle>
            <a:lvl1pPr>
              <a:defRPr sz="1200" b="1" i="0">
                <a:latin typeface="Belfius21" pitchFamily="2" charset="77"/>
              </a:defRPr>
            </a:lvl1pPr>
          </a:lstStyle>
          <a:p>
            <a:pPr lvl="0"/>
            <a:r>
              <a:rPr lang="nl-NL" dirty="0" err="1"/>
              <a:t>Legacy</a:t>
            </a:r>
            <a:endParaRPr lang="nl-NL" dirty="0"/>
          </a:p>
          <a:p>
            <a:pPr lvl="0"/>
            <a:endParaRPr lang="nl-NL" dirty="0"/>
          </a:p>
        </p:txBody>
      </p:sp>
      <p:cxnSp>
        <p:nvCxnSpPr>
          <p:cNvPr id="15" name="Rechte verbindingslijn 14">
            <a:extLst>
              <a:ext uri="{FF2B5EF4-FFF2-40B4-BE49-F238E27FC236}">
                <a16:creationId xmlns:a16="http://schemas.microsoft.com/office/drawing/2014/main" id="{BB28CD54-0D7D-6462-817D-3811B0C00840}"/>
              </a:ext>
            </a:extLst>
          </p:cNvPr>
          <p:cNvCxnSpPr/>
          <p:nvPr userDrawn="1"/>
        </p:nvCxnSpPr>
        <p:spPr>
          <a:xfrm>
            <a:off x="4683968" y="2026094"/>
            <a:ext cx="302311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Rechte verbindingslijn 15">
            <a:extLst>
              <a:ext uri="{FF2B5EF4-FFF2-40B4-BE49-F238E27FC236}">
                <a16:creationId xmlns:a16="http://schemas.microsoft.com/office/drawing/2014/main" id="{60D8F7F5-996D-27C7-C8EF-25A0032B713B}"/>
              </a:ext>
            </a:extLst>
          </p:cNvPr>
          <p:cNvCxnSpPr/>
          <p:nvPr userDrawn="1"/>
        </p:nvCxnSpPr>
        <p:spPr>
          <a:xfrm>
            <a:off x="4683968" y="3510700"/>
            <a:ext cx="302311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Tekstvak 16">
            <a:extLst>
              <a:ext uri="{FF2B5EF4-FFF2-40B4-BE49-F238E27FC236}">
                <a16:creationId xmlns:a16="http://schemas.microsoft.com/office/drawing/2014/main" id="{6B82983A-99D2-0231-CB89-4F007B583668}"/>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486984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pic>
        <p:nvPicPr>
          <p:cNvPr id="2" name="Image 7">
            <a:extLst>
              <a:ext uri="{FF2B5EF4-FFF2-40B4-BE49-F238E27FC236}">
                <a16:creationId xmlns:a16="http://schemas.microsoft.com/office/drawing/2014/main" id="{1FC6A8DE-BAE3-1470-376A-D878CDBFCE3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1311" y="0"/>
            <a:ext cx="3994330" cy="5145088"/>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31CB66ED-88F7-B4F6-D379-8641F57A91D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10815" y="804373"/>
            <a:ext cx="193979" cy="132329"/>
          </a:xfrm>
          <a:prstGeom prst="rect">
            <a:avLst/>
          </a:prstGeom>
        </p:spPr>
      </p:pic>
      <p:sp>
        <p:nvSpPr>
          <p:cNvPr id="5" name="Tijdelijke aanduiding voor tekst 9">
            <a:extLst>
              <a:ext uri="{FF2B5EF4-FFF2-40B4-BE49-F238E27FC236}">
                <a16:creationId xmlns:a16="http://schemas.microsoft.com/office/drawing/2014/main" id="{DC0B229F-2050-911A-5AA7-C907D8D544C5}"/>
              </a:ext>
            </a:extLst>
          </p:cNvPr>
          <p:cNvSpPr>
            <a:spLocks noGrp="1"/>
          </p:cNvSpPr>
          <p:nvPr>
            <p:ph type="body" sz="quarter" idx="10" hasCustomPrompt="1"/>
          </p:nvPr>
        </p:nvSpPr>
        <p:spPr>
          <a:xfrm>
            <a:off x="292101" y="1628775"/>
            <a:ext cx="3453282" cy="1736725"/>
          </a:xfrm>
        </p:spPr>
        <p:txBody>
          <a:bodyPr>
            <a:normAutofit/>
          </a:bodyPr>
          <a:lstStyle>
            <a:lvl1pPr algn="ctr">
              <a:defRPr sz="2200" b="1" i="0">
                <a:solidFill>
                  <a:schemeClr val="bg2"/>
                </a:solidFill>
                <a:latin typeface="Belfius21 SemiBold" pitchFamily="2" charset="77"/>
              </a:defRPr>
            </a:lvl1pPr>
          </a:lstStyle>
          <a:p>
            <a:pPr lvl="0"/>
            <a:r>
              <a:rPr lang="nl-NL" dirty="0" err="1"/>
              <a:t>Title</a:t>
            </a:r>
            <a:r>
              <a:rPr lang="nl-NL" dirty="0"/>
              <a:t> or quote</a:t>
            </a:r>
          </a:p>
        </p:txBody>
      </p:sp>
      <p:sp>
        <p:nvSpPr>
          <p:cNvPr id="6" name="Tijdelijke aanduiding voor tekst 22">
            <a:extLst>
              <a:ext uri="{FF2B5EF4-FFF2-40B4-BE49-F238E27FC236}">
                <a16:creationId xmlns:a16="http://schemas.microsoft.com/office/drawing/2014/main" id="{46A1BDD3-DF73-77B7-CBEF-4F60750D10BE}"/>
              </a:ext>
            </a:extLst>
          </p:cNvPr>
          <p:cNvSpPr>
            <a:spLocks noGrp="1"/>
          </p:cNvSpPr>
          <p:nvPr>
            <p:ph type="body" sz="quarter" idx="13" hasCustomPrompt="1"/>
          </p:nvPr>
        </p:nvSpPr>
        <p:spPr>
          <a:xfrm>
            <a:off x="4572000" y="708521"/>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01</a:t>
            </a:r>
          </a:p>
        </p:txBody>
      </p:sp>
      <p:sp>
        <p:nvSpPr>
          <p:cNvPr id="7" name="Titel 12">
            <a:extLst>
              <a:ext uri="{FF2B5EF4-FFF2-40B4-BE49-F238E27FC236}">
                <a16:creationId xmlns:a16="http://schemas.microsoft.com/office/drawing/2014/main" id="{31AA58BA-21DA-9E09-286D-9ADBD71890D4}"/>
              </a:ext>
            </a:extLst>
          </p:cNvPr>
          <p:cNvSpPr>
            <a:spLocks noGrp="1"/>
          </p:cNvSpPr>
          <p:nvPr>
            <p:ph type="title" hasCustomPrompt="1"/>
          </p:nvPr>
        </p:nvSpPr>
        <p:spPr>
          <a:xfrm>
            <a:off x="4572000" y="936702"/>
            <a:ext cx="3928188" cy="256207"/>
          </a:xfrm>
          <a:prstGeom prst="rect">
            <a:avLst/>
          </a:prstGeom>
        </p:spPr>
        <p:txBody>
          <a:bodyPr/>
          <a:lstStyle>
            <a:lvl1pPr>
              <a:defRPr sz="1200" b="1" i="0">
                <a:solidFill>
                  <a:schemeClr val="tx1"/>
                </a:solidFill>
                <a:latin typeface="Belfius21" pitchFamily="2" charset="77"/>
              </a:defRPr>
            </a:lvl1pPr>
          </a:lstStyle>
          <a:p>
            <a:r>
              <a:rPr lang="nl-NL" dirty="0"/>
              <a:t>Motion &amp; </a:t>
            </a:r>
            <a:r>
              <a:rPr lang="nl-NL" dirty="0" err="1"/>
              <a:t>Emotion</a:t>
            </a:r>
            <a:endParaRPr lang="nl-BE" dirty="0"/>
          </a:p>
        </p:txBody>
      </p:sp>
      <p:sp>
        <p:nvSpPr>
          <p:cNvPr id="8" name="Tijdelijke aanduiding voor tekst 16">
            <a:extLst>
              <a:ext uri="{FF2B5EF4-FFF2-40B4-BE49-F238E27FC236}">
                <a16:creationId xmlns:a16="http://schemas.microsoft.com/office/drawing/2014/main" id="{0B614B59-F1AF-2CE4-A921-D3CCB3223C46}"/>
              </a:ext>
            </a:extLst>
          </p:cNvPr>
          <p:cNvSpPr>
            <a:spLocks noGrp="1"/>
          </p:cNvSpPr>
          <p:nvPr>
            <p:ph type="body" sz="quarter" idx="12" hasCustomPrompt="1"/>
          </p:nvPr>
        </p:nvSpPr>
        <p:spPr>
          <a:xfrm>
            <a:off x="4572000" y="1274621"/>
            <a:ext cx="3928188" cy="650943"/>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9" name="Tijdelijke aanduiding voor tekst 22">
            <a:extLst>
              <a:ext uri="{FF2B5EF4-FFF2-40B4-BE49-F238E27FC236}">
                <a16:creationId xmlns:a16="http://schemas.microsoft.com/office/drawing/2014/main" id="{5D372D9C-5C02-1522-6B84-9A03ADD39814}"/>
              </a:ext>
            </a:extLst>
          </p:cNvPr>
          <p:cNvSpPr>
            <a:spLocks noGrp="1"/>
          </p:cNvSpPr>
          <p:nvPr>
            <p:ph type="body" sz="quarter" idx="14" hasCustomPrompt="1"/>
          </p:nvPr>
        </p:nvSpPr>
        <p:spPr>
          <a:xfrm>
            <a:off x="4572000" y="2139869"/>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02</a:t>
            </a:r>
          </a:p>
        </p:txBody>
      </p:sp>
      <p:sp>
        <p:nvSpPr>
          <p:cNvPr id="10" name="Tijdelijke aanduiding voor tekst 16">
            <a:extLst>
              <a:ext uri="{FF2B5EF4-FFF2-40B4-BE49-F238E27FC236}">
                <a16:creationId xmlns:a16="http://schemas.microsoft.com/office/drawing/2014/main" id="{4F2618A4-68FF-DEF0-2E9A-BC75E0DB7E66}"/>
              </a:ext>
            </a:extLst>
          </p:cNvPr>
          <p:cNvSpPr>
            <a:spLocks noGrp="1"/>
          </p:cNvSpPr>
          <p:nvPr>
            <p:ph type="body" sz="quarter" idx="15" hasCustomPrompt="1"/>
          </p:nvPr>
        </p:nvSpPr>
        <p:spPr>
          <a:xfrm>
            <a:off x="4572000" y="2742298"/>
            <a:ext cx="3928188" cy="650943"/>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1" name="Tijdelijke aanduiding voor tekst 22">
            <a:extLst>
              <a:ext uri="{FF2B5EF4-FFF2-40B4-BE49-F238E27FC236}">
                <a16:creationId xmlns:a16="http://schemas.microsoft.com/office/drawing/2014/main" id="{32320694-B445-D090-91CA-9C0A4B1DBD07}"/>
              </a:ext>
            </a:extLst>
          </p:cNvPr>
          <p:cNvSpPr>
            <a:spLocks noGrp="1"/>
          </p:cNvSpPr>
          <p:nvPr>
            <p:ph type="body" sz="quarter" idx="16" hasCustomPrompt="1"/>
          </p:nvPr>
        </p:nvSpPr>
        <p:spPr>
          <a:xfrm>
            <a:off x="4572000" y="3644897"/>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03</a:t>
            </a:r>
          </a:p>
        </p:txBody>
      </p:sp>
      <p:sp>
        <p:nvSpPr>
          <p:cNvPr id="12" name="Tijdelijke aanduiding voor tekst 16">
            <a:extLst>
              <a:ext uri="{FF2B5EF4-FFF2-40B4-BE49-F238E27FC236}">
                <a16:creationId xmlns:a16="http://schemas.microsoft.com/office/drawing/2014/main" id="{5D05F010-B39A-76F7-EA3D-5C0F6F83E4C8}"/>
              </a:ext>
            </a:extLst>
          </p:cNvPr>
          <p:cNvSpPr>
            <a:spLocks noGrp="1"/>
          </p:cNvSpPr>
          <p:nvPr>
            <p:ph type="body" sz="quarter" idx="17" hasCustomPrompt="1"/>
          </p:nvPr>
        </p:nvSpPr>
        <p:spPr>
          <a:xfrm>
            <a:off x="4572000" y="4237427"/>
            <a:ext cx="3928188" cy="650943"/>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3" name="Tijdelijke aanduiding voor tekst 16">
            <a:extLst>
              <a:ext uri="{FF2B5EF4-FFF2-40B4-BE49-F238E27FC236}">
                <a16:creationId xmlns:a16="http://schemas.microsoft.com/office/drawing/2014/main" id="{0C5C6E8F-0A0C-310B-ECF1-8C4A94EF8F79}"/>
              </a:ext>
            </a:extLst>
          </p:cNvPr>
          <p:cNvSpPr>
            <a:spLocks noGrp="1"/>
          </p:cNvSpPr>
          <p:nvPr>
            <p:ph type="body" sz="quarter" idx="18" hasCustomPrompt="1"/>
          </p:nvPr>
        </p:nvSpPr>
        <p:spPr>
          <a:xfrm>
            <a:off x="4572000" y="2403455"/>
            <a:ext cx="3928188" cy="256208"/>
          </a:xfrm>
        </p:spPr>
        <p:txBody>
          <a:bodyPr/>
          <a:lstStyle>
            <a:lvl1pPr>
              <a:defRPr sz="1200" b="1" i="0">
                <a:latin typeface="Belfius21" pitchFamily="2" charset="77"/>
              </a:defRPr>
            </a:lvl1pPr>
          </a:lstStyle>
          <a:p>
            <a:pPr lvl="0"/>
            <a:r>
              <a:rPr lang="nl-NL" dirty="0" err="1"/>
              <a:t>Materiality</a:t>
            </a:r>
            <a:endParaRPr lang="nl-NL" dirty="0"/>
          </a:p>
          <a:p>
            <a:pPr lvl="0"/>
            <a:endParaRPr lang="nl-NL" dirty="0"/>
          </a:p>
        </p:txBody>
      </p:sp>
      <p:sp>
        <p:nvSpPr>
          <p:cNvPr id="14" name="Tijdelijke aanduiding voor tekst 16">
            <a:extLst>
              <a:ext uri="{FF2B5EF4-FFF2-40B4-BE49-F238E27FC236}">
                <a16:creationId xmlns:a16="http://schemas.microsoft.com/office/drawing/2014/main" id="{A8B278C7-C313-A7D7-7891-69BD0547BEAB}"/>
              </a:ext>
            </a:extLst>
          </p:cNvPr>
          <p:cNvSpPr>
            <a:spLocks noGrp="1"/>
          </p:cNvSpPr>
          <p:nvPr>
            <p:ph type="body" sz="quarter" idx="19" hasCustomPrompt="1"/>
          </p:nvPr>
        </p:nvSpPr>
        <p:spPr>
          <a:xfrm>
            <a:off x="4572000" y="3871713"/>
            <a:ext cx="3928188" cy="256208"/>
          </a:xfrm>
        </p:spPr>
        <p:txBody>
          <a:bodyPr/>
          <a:lstStyle>
            <a:lvl1pPr>
              <a:defRPr sz="1200" b="1" i="0">
                <a:latin typeface="Belfius21" pitchFamily="2" charset="77"/>
              </a:defRPr>
            </a:lvl1pPr>
          </a:lstStyle>
          <a:p>
            <a:pPr lvl="0"/>
            <a:r>
              <a:rPr lang="nl-NL" dirty="0" err="1"/>
              <a:t>Legacy</a:t>
            </a:r>
            <a:endParaRPr lang="nl-NL" dirty="0"/>
          </a:p>
          <a:p>
            <a:pPr lvl="0"/>
            <a:endParaRPr lang="nl-NL" dirty="0"/>
          </a:p>
        </p:txBody>
      </p:sp>
      <p:cxnSp>
        <p:nvCxnSpPr>
          <p:cNvPr id="15" name="Rechte verbindingslijn 14">
            <a:extLst>
              <a:ext uri="{FF2B5EF4-FFF2-40B4-BE49-F238E27FC236}">
                <a16:creationId xmlns:a16="http://schemas.microsoft.com/office/drawing/2014/main" id="{BB28CD54-0D7D-6462-817D-3811B0C00840}"/>
              </a:ext>
            </a:extLst>
          </p:cNvPr>
          <p:cNvCxnSpPr/>
          <p:nvPr userDrawn="1"/>
        </p:nvCxnSpPr>
        <p:spPr>
          <a:xfrm>
            <a:off x="4683968" y="2026094"/>
            <a:ext cx="302311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Rechte verbindingslijn 15">
            <a:extLst>
              <a:ext uri="{FF2B5EF4-FFF2-40B4-BE49-F238E27FC236}">
                <a16:creationId xmlns:a16="http://schemas.microsoft.com/office/drawing/2014/main" id="{60D8F7F5-996D-27C7-C8EF-25A0032B713B}"/>
              </a:ext>
            </a:extLst>
          </p:cNvPr>
          <p:cNvCxnSpPr/>
          <p:nvPr userDrawn="1"/>
        </p:nvCxnSpPr>
        <p:spPr>
          <a:xfrm>
            <a:off x="4683968" y="3510700"/>
            <a:ext cx="302311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Tekstvak 16">
            <a:extLst>
              <a:ext uri="{FF2B5EF4-FFF2-40B4-BE49-F238E27FC236}">
                <a16:creationId xmlns:a16="http://schemas.microsoft.com/office/drawing/2014/main" id="{6B82983A-99D2-0231-CB89-4F007B583668}"/>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1362588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5_Diapositive de titre">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4837EB8-4694-F56B-AE4F-0C7D77B2023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5"/>
          <a:stretch/>
        </p:blipFill>
        <p:spPr>
          <a:xfrm flipH="1">
            <a:off x="0" y="794"/>
            <a:ext cx="3964162" cy="5170258"/>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C652CB90-580A-7AA6-771E-B367F0C00CD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29318" y="812990"/>
            <a:ext cx="181512" cy="123824"/>
          </a:xfrm>
          <a:prstGeom prst="rect">
            <a:avLst/>
          </a:prstGeom>
        </p:spPr>
      </p:pic>
      <p:sp>
        <p:nvSpPr>
          <p:cNvPr id="6" name="Tijdelijke aanduiding voor tekst 9">
            <a:extLst>
              <a:ext uri="{FF2B5EF4-FFF2-40B4-BE49-F238E27FC236}">
                <a16:creationId xmlns:a16="http://schemas.microsoft.com/office/drawing/2014/main" id="{32AB0740-7A76-88CA-4AE1-0B7D27E34C30}"/>
              </a:ext>
            </a:extLst>
          </p:cNvPr>
          <p:cNvSpPr>
            <a:spLocks noGrp="1"/>
          </p:cNvSpPr>
          <p:nvPr>
            <p:ph type="body" sz="quarter" idx="10" hasCustomPrompt="1"/>
          </p:nvPr>
        </p:nvSpPr>
        <p:spPr>
          <a:xfrm>
            <a:off x="293432" y="1279328"/>
            <a:ext cx="3378798" cy="868363"/>
          </a:xfrm>
        </p:spPr>
        <p:txBody>
          <a:bodyPr>
            <a:normAutofit/>
          </a:bodyPr>
          <a:lstStyle>
            <a:lvl1pPr algn="ctr">
              <a:defRPr sz="2400" b="0" i="0">
                <a:solidFill>
                  <a:schemeClr val="bg2"/>
                </a:solidFill>
                <a:latin typeface="+mn-lt"/>
              </a:defRPr>
            </a:lvl1pPr>
          </a:lstStyle>
          <a:p>
            <a:pPr lvl="0"/>
            <a:r>
              <a:rPr lang="nl-NL" dirty="0" err="1"/>
              <a:t>Title</a:t>
            </a:r>
            <a:r>
              <a:rPr lang="nl-NL" dirty="0"/>
              <a:t> or quote</a:t>
            </a:r>
          </a:p>
        </p:txBody>
      </p:sp>
      <p:sp>
        <p:nvSpPr>
          <p:cNvPr id="8" name="Tijdelijke aanduiding voor tekst 16">
            <a:extLst>
              <a:ext uri="{FF2B5EF4-FFF2-40B4-BE49-F238E27FC236}">
                <a16:creationId xmlns:a16="http://schemas.microsoft.com/office/drawing/2014/main" id="{71586F8D-6357-5DAA-0A18-1BC09463E925}"/>
              </a:ext>
            </a:extLst>
          </p:cNvPr>
          <p:cNvSpPr>
            <a:spLocks noGrp="1"/>
          </p:cNvSpPr>
          <p:nvPr>
            <p:ph type="body" sz="quarter" idx="12" hasCustomPrompt="1"/>
          </p:nvPr>
        </p:nvSpPr>
        <p:spPr>
          <a:xfrm>
            <a:off x="4396134" y="1558112"/>
            <a:ext cx="4201827" cy="2802078"/>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2" name="Tijdelijke aanduiding voor tekst 16">
            <a:extLst>
              <a:ext uri="{FF2B5EF4-FFF2-40B4-BE49-F238E27FC236}">
                <a16:creationId xmlns:a16="http://schemas.microsoft.com/office/drawing/2014/main" id="{91573284-9B8C-B341-E4D0-C4F49EE03C92}"/>
              </a:ext>
            </a:extLst>
          </p:cNvPr>
          <p:cNvSpPr>
            <a:spLocks noGrp="1"/>
          </p:cNvSpPr>
          <p:nvPr>
            <p:ph type="body" sz="quarter" idx="14" hasCustomPrompt="1"/>
          </p:nvPr>
        </p:nvSpPr>
        <p:spPr>
          <a:xfrm>
            <a:off x="4396134" y="689749"/>
            <a:ext cx="4201827" cy="868363"/>
          </a:xfrm>
        </p:spPr>
        <p:txBody>
          <a:bodyPr/>
          <a:lstStyle>
            <a:lvl1pPr>
              <a:defRPr sz="2200">
                <a:gradFill>
                  <a:gsLst>
                    <a:gs pos="28000">
                      <a:schemeClr val="accent2"/>
                    </a:gs>
                    <a:gs pos="0">
                      <a:schemeClr val="bg1"/>
                    </a:gs>
                    <a:gs pos="48000">
                      <a:schemeClr val="accent2"/>
                    </a:gs>
                    <a:gs pos="70000">
                      <a:srgbClr val="EB0171"/>
                    </a:gs>
                  </a:gsLst>
                  <a:lin ang="0" scaled="0"/>
                </a:gradFill>
                <a:latin typeface="+mj-lt"/>
              </a:defRPr>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endParaRPr lang="nl-NL" dirty="0"/>
          </a:p>
        </p:txBody>
      </p:sp>
      <p:sp>
        <p:nvSpPr>
          <p:cNvPr id="13" name="Tekstvak 12">
            <a:extLst>
              <a:ext uri="{FF2B5EF4-FFF2-40B4-BE49-F238E27FC236}">
                <a16:creationId xmlns:a16="http://schemas.microsoft.com/office/drawing/2014/main" id="{A81804CB-9A52-D1FC-C135-F346163A6BF4}"/>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27232354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3_Diapositive de titr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90DB75C0-3CC3-66D2-AD97-1D92090A9FB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31"/>
          <a:stretch/>
        </p:blipFill>
        <p:spPr>
          <a:xfrm>
            <a:off x="1" y="1588"/>
            <a:ext cx="2922494" cy="5143500"/>
          </a:xfrm>
          <a:prstGeom prst="rect">
            <a:avLst/>
          </a:prstGeom>
        </p:spPr>
      </p:pic>
      <p:sp>
        <p:nvSpPr>
          <p:cNvPr id="23" name="Tijdelijke aanduiding voor tekst 22">
            <a:extLst>
              <a:ext uri="{FF2B5EF4-FFF2-40B4-BE49-F238E27FC236}">
                <a16:creationId xmlns:a16="http://schemas.microsoft.com/office/drawing/2014/main" id="{786EA66C-B4E0-5439-EFA2-82477CF990D2}"/>
              </a:ext>
            </a:extLst>
          </p:cNvPr>
          <p:cNvSpPr>
            <a:spLocks noGrp="1"/>
          </p:cNvSpPr>
          <p:nvPr>
            <p:ph type="body" sz="quarter" idx="11" hasCustomPrompt="1"/>
          </p:nvPr>
        </p:nvSpPr>
        <p:spPr>
          <a:xfrm>
            <a:off x="3818178" y="902098"/>
            <a:ext cx="3909526" cy="614055"/>
          </a:xfrm>
        </p:spPr>
        <p:txBody>
          <a:bodyPr>
            <a:noAutofit/>
          </a:bodyPr>
          <a:lstStyle>
            <a:lvl1pPr>
              <a:defRPr sz="1200" b="0" i="0">
                <a:latin typeface="Belfius21" pitchFamily="2" charset="77"/>
              </a:defRPr>
            </a:lvl1pPr>
            <a:lvl2pPr marL="207913" indent="0">
              <a:buFontTx/>
              <a:buNone/>
              <a:defRPr sz="900"/>
            </a:lvl2pPr>
          </a:lstStyle>
          <a:p>
            <a:pPr lvl="0"/>
            <a:r>
              <a:rPr lang="nl-NL" dirty="0"/>
              <a:t>Motion &amp; </a:t>
            </a:r>
            <a:r>
              <a:rPr lang="nl-NL" dirty="0" err="1"/>
              <a:t>Emotion</a:t>
            </a:r>
            <a:endParaRPr lang="nl-NL" dirty="0"/>
          </a:p>
          <a:p>
            <a:pPr lvl="1"/>
            <a:endParaRPr lang="nl-NL" dirty="0"/>
          </a:p>
          <a:p>
            <a:pPr lvl="1"/>
            <a:r>
              <a:rPr lang="nl-BE" sz="900" dirty="0">
                <a:effectLst/>
                <a:latin typeface="+mn-lt"/>
              </a:rPr>
              <a:t>Min re voluptatus, susanim illaboribusa quibus</a:t>
            </a:r>
            <a:endParaRPr lang="nl-NL" dirty="0"/>
          </a:p>
        </p:txBody>
      </p:sp>
      <p:pic>
        <p:nvPicPr>
          <p:cNvPr id="3" name="Afbeelding 2" descr="Afbeelding met schermopname, Graphics, wit, ontwerp&#10;&#10;Automatisch gegenereerde beschrijving">
            <a:extLst>
              <a:ext uri="{FF2B5EF4-FFF2-40B4-BE49-F238E27FC236}">
                <a16:creationId xmlns:a16="http://schemas.microsoft.com/office/drawing/2014/main" id="{F22F0227-870D-C444-FDC7-E7A2F006B0D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60151" y="804373"/>
            <a:ext cx="181512" cy="123824"/>
          </a:xfrm>
          <a:prstGeom prst="rect">
            <a:avLst/>
          </a:prstGeom>
        </p:spPr>
      </p:pic>
      <p:sp>
        <p:nvSpPr>
          <p:cNvPr id="6" name="Tijdelijke aanduiding voor tekst 5">
            <a:extLst>
              <a:ext uri="{FF2B5EF4-FFF2-40B4-BE49-F238E27FC236}">
                <a16:creationId xmlns:a16="http://schemas.microsoft.com/office/drawing/2014/main" id="{DE53CBAC-A0E5-6ECD-67A7-42D2CE009345}"/>
              </a:ext>
            </a:extLst>
          </p:cNvPr>
          <p:cNvSpPr>
            <a:spLocks noGrp="1"/>
          </p:cNvSpPr>
          <p:nvPr>
            <p:ph type="body" sz="quarter" idx="10" hasCustomPrompt="1"/>
          </p:nvPr>
        </p:nvSpPr>
        <p:spPr>
          <a:xfrm>
            <a:off x="317239" y="1516153"/>
            <a:ext cx="2267338" cy="1054100"/>
          </a:xfrm>
        </p:spPr>
        <p:txBody>
          <a:bodyPr/>
          <a:lstStyle>
            <a:lvl1pPr algn="ctr">
              <a:defRPr>
                <a:solidFill>
                  <a:schemeClr val="bg2"/>
                </a:solidFill>
              </a:defRPr>
            </a:lvl1pPr>
          </a:lstStyle>
          <a:p>
            <a:pPr lvl="0"/>
            <a:r>
              <a:rPr lang="nl-NL" dirty="0"/>
              <a:t>AGENDA</a:t>
            </a:r>
          </a:p>
        </p:txBody>
      </p:sp>
      <p:cxnSp>
        <p:nvCxnSpPr>
          <p:cNvPr id="8" name="Rechte verbindingslijn 7">
            <a:extLst>
              <a:ext uri="{FF2B5EF4-FFF2-40B4-BE49-F238E27FC236}">
                <a16:creationId xmlns:a16="http://schemas.microsoft.com/office/drawing/2014/main" id="{20D12B35-87BA-5E3A-4D5A-B79A861EEB0F}"/>
              </a:ext>
            </a:extLst>
          </p:cNvPr>
          <p:cNvCxnSpPr/>
          <p:nvPr userDrawn="1"/>
        </p:nvCxnSpPr>
        <p:spPr>
          <a:xfrm>
            <a:off x="3911483" y="1592225"/>
            <a:ext cx="3023119"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7AE2272C-CDC4-183E-DBA8-37FCBA7BA9C5}"/>
              </a:ext>
            </a:extLst>
          </p:cNvPr>
          <p:cNvCxnSpPr/>
          <p:nvPr userDrawn="1"/>
        </p:nvCxnSpPr>
        <p:spPr>
          <a:xfrm>
            <a:off x="3911483" y="2594137"/>
            <a:ext cx="3023119"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11">
            <a:extLst>
              <a:ext uri="{FF2B5EF4-FFF2-40B4-BE49-F238E27FC236}">
                <a16:creationId xmlns:a16="http://schemas.microsoft.com/office/drawing/2014/main" id="{8EC0730B-0049-F51D-11FF-0C6E4B450746}"/>
              </a:ext>
            </a:extLst>
          </p:cNvPr>
          <p:cNvCxnSpPr/>
          <p:nvPr userDrawn="1"/>
        </p:nvCxnSpPr>
        <p:spPr>
          <a:xfrm>
            <a:off x="3911482" y="3610253"/>
            <a:ext cx="3023119"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ijdelijke aanduiding voor tekst 22">
            <a:extLst>
              <a:ext uri="{FF2B5EF4-FFF2-40B4-BE49-F238E27FC236}">
                <a16:creationId xmlns:a16="http://schemas.microsoft.com/office/drawing/2014/main" id="{1F49DBEA-3411-D488-CFBE-6AE90FE8C173}"/>
              </a:ext>
            </a:extLst>
          </p:cNvPr>
          <p:cNvSpPr>
            <a:spLocks noGrp="1"/>
          </p:cNvSpPr>
          <p:nvPr>
            <p:ph type="body" sz="quarter" idx="12" hasCustomPrompt="1"/>
          </p:nvPr>
        </p:nvSpPr>
        <p:spPr>
          <a:xfrm>
            <a:off x="3818178" y="1893533"/>
            <a:ext cx="3909526" cy="614055"/>
          </a:xfrm>
        </p:spPr>
        <p:txBody>
          <a:bodyPr>
            <a:noAutofit/>
          </a:bodyPr>
          <a:lstStyle>
            <a:lvl1pPr>
              <a:defRPr sz="1200" b="0" i="0">
                <a:latin typeface="Belfius21" pitchFamily="2" charset="77"/>
              </a:defRPr>
            </a:lvl1pPr>
            <a:lvl2pPr marL="207913" indent="0">
              <a:buFontTx/>
              <a:buNone/>
              <a:defRPr sz="900"/>
            </a:lvl2pPr>
          </a:lstStyle>
          <a:p>
            <a:pPr lvl="0"/>
            <a:r>
              <a:rPr lang="nl-NL" dirty="0" err="1"/>
              <a:t>Materiality</a:t>
            </a:r>
            <a:endParaRPr lang="nl-NL" dirty="0"/>
          </a:p>
          <a:p>
            <a:pPr lvl="1"/>
            <a:endParaRPr lang="nl-NL" dirty="0"/>
          </a:p>
          <a:p>
            <a:pPr lvl="1"/>
            <a:r>
              <a:rPr lang="nl-BE" sz="900" dirty="0">
                <a:effectLst/>
                <a:latin typeface="+mn-lt"/>
              </a:rPr>
              <a:t>Min re voluptatus, susanim illaboribusa quibus</a:t>
            </a:r>
            <a:endParaRPr lang="nl-NL" dirty="0"/>
          </a:p>
        </p:txBody>
      </p:sp>
      <p:sp>
        <p:nvSpPr>
          <p:cNvPr id="29" name="Tijdelijke aanduiding voor tekst 22">
            <a:extLst>
              <a:ext uri="{FF2B5EF4-FFF2-40B4-BE49-F238E27FC236}">
                <a16:creationId xmlns:a16="http://schemas.microsoft.com/office/drawing/2014/main" id="{50267B26-4E16-28D5-92FD-B9BAF2D639A1}"/>
              </a:ext>
            </a:extLst>
          </p:cNvPr>
          <p:cNvSpPr>
            <a:spLocks noGrp="1"/>
          </p:cNvSpPr>
          <p:nvPr>
            <p:ph type="body" sz="quarter" idx="13" hasCustomPrompt="1"/>
          </p:nvPr>
        </p:nvSpPr>
        <p:spPr>
          <a:xfrm>
            <a:off x="3818178" y="655906"/>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01</a:t>
            </a:r>
          </a:p>
        </p:txBody>
      </p:sp>
      <p:sp>
        <p:nvSpPr>
          <p:cNvPr id="30" name="Tijdelijke aanduiding voor tekst 22">
            <a:extLst>
              <a:ext uri="{FF2B5EF4-FFF2-40B4-BE49-F238E27FC236}">
                <a16:creationId xmlns:a16="http://schemas.microsoft.com/office/drawing/2014/main" id="{D706E561-87C3-7ADA-81C7-4C7945EF9468}"/>
              </a:ext>
            </a:extLst>
          </p:cNvPr>
          <p:cNvSpPr>
            <a:spLocks noGrp="1"/>
          </p:cNvSpPr>
          <p:nvPr>
            <p:ph type="body" sz="quarter" idx="14" hasCustomPrompt="1"/>
          </p:nvPr>
        </p:nvSpPr>
        <p:spPr>
          <a:xfrm>
            <a:off x="3818178" y="1646006"/>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02</a:t>
            </a:r>
          </a:p>
        </p:txBody>
      </p:sp>
      <p:sp>
        <p:nvSpPr>
          <p:cNvPr id="31" name="Tijdelijke aanduiding voor tekst 22">
            <a:extLst>
              <a:ext uri="{FF2B5EF4-FFF2-40B4-BE49-F238E27FC236}">
                <a16:creationId xmlns:a16="http://schemas.microsoft.com/office/drawing/2014/main" id="{B1F3D561-6F51-2370-4D75-E8AC5C21D41D}"/>
              </a:ext>
            </a:extLst>
          </p:cNvPr>
          <p:cNvSpPr>
            <a:spLocks noGrp="1"/>
          </p:cNvSpPr>
          <p:nvPr>
            <p:ph type="body" sz="quarter" idx="15" hasCustomPrompt="1"/>
          </p:nvPr>
        </p:nvSpPr>
        <p:spPr>
          <a:xfrm>
            <a:off x="3818178" y="2912980"/>
            <a:ext cx="3909526" cy="614055"/>
          </a:xfrm>
        </p:spPr>
        <p:txBody>
          <a:bodyPr>
            <a:noAutofit/>
          </a:bodyPr>
          <a:lstStyle>
            <a:lvl1pPr>
              <a:defRPr sz="1200" b="0" i="0">
                <a:latin typeface="Belfius21" pitchFamily="2" charset="77"/>
              </a:defRPr>
            </a:lvl1pPr>
            <a:lvl2pPr marL="207913" indent="0">
              <a:buFontTx/>
              <a:buNone/>
              <a:defRPr sz="900"/>
            </a:lvl2pPr>
          </a:lstStyle>
          <a:p>
            <a:pPr lvl="0"/>
            <a:r>
              <a:rPr lang="nl-NL" dirty="0" err="1"/>
              <a:t>Materiality</a:t>
            </a:r>
            <a:endParaRPr lang="nl-NL" dirty="0"/>
          </a:p>
          <a:p>
            <a:pPr lvl="1"/>
            <a:endParaRPr lang="nl-NL" dirty="0"/>
          </a:p>
          <a:p>
            <a:pPr lvl="1"/>
            <a:r>
              <a:rPr lang="nl-BE" sz="900" dirty="0">
                <a:effectLst/>
                <a:latin typeface="+mn-lt"/>
              </a:rPr>
              <a:t>Min re voluptatus, susanim illaboribusa quibus</a:t>
            </a:r>
            <a:endParaRPr lang="nl-NL" dirty="0"/>
          </a:p>
        </p:txBody>
      </p:sp>
      <p:sp>
        <p:nvSpPr>
          <p:cNvPr id="32" name="Tijdelijke aanduiding voor tekst 22">
            <a:extLst>
              <a:ext uri="{FF2B5EF4-FFF2-40B4-BE49-F238E27FC236}">
                <a16:creationId xmlns:a16="http://schemas.microsoft.com/office/drawing/2014/main" id="{7F268D01-F03A-66F6-AB15-C931B3AD3468}"/>
              </a:ext>
            </a:extLst>
          </p:cNvPr>
          <p:cNvSpPr>
            <a:spLocks noGrp="1"/>
          </p:cNvSpPr>
          <p:nvPr>
            <p:ph type="body" sz="quarter" idx="16" hasCustomPrompt="1"/>
          </p:nvPr>
        </p:nvSpPr>
        <p:spPr>
          <a:xfrm>
            <a:off x="3818178" y="2665453"/>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03</a:t>
            </a:r>
          </a:p>
        </p:txBody>
      </p:sp>
      <p:sp>
        <p:nvSpPr>
          <p:cNvPr id="33" name="Tijdelijke aanduiding voor tekst 22">
            <a:extLst>
              <a:ext uri="{FF2B5EF4-FFF2-40B4-BE49-F238E27FC236}">
                <a16:creationId xmlns:a16="http://schemas.microsoft.com/office/drawing/2014/main" id="{39A32D00-80AA-292B-E668-CB15BDC46A92}"/>
              </a:ext>
            </a:extLst>
          </p:cNvPr>
          <p:cNvSpPr>
            <a:spLocks noGrp="1"/>
          </p:cNvSpPr>
          <p:nvPr>
            <p:ph type="body" sz="quarter" idx="17" hasCustomPrompt="1"/>
          </p:nvPr>
        </p:nvSpPr>
        <p:spPr>
          <a:xfrm>
            <a:off x="3818178" y="3949103"/>
            <a:ext cx="3909526" cy="614055"/>
          </a:xfrm>
        </p:spPr>
        <p:txBody>
          <a:bodyPr>
            <a:noAutofit/>
          </a:bodyPr>
          <a:lstStyle>
            <a:lvl1pPr>
              <a:defRPr sz="1200" b="0" i="0">
                <a:latin typeface="Belfius21" pitchFamily="2" charset="77"/>
              </a:defRPr>
            </a:lvl1pPr>
            <a:lvl2pPr marL="207913" indent="0">
              <a:buFontTx/>
              <a:buNone/>
              <a:defRPr sz="900"/>
            </a:lvl2pPr>
          </a:lstStyle>
          <a:p>
            <a:pPr lvl="0"/>
            <a:r>
              <a:rPr lang="nl-NL" dirty="0" err="1"/>
              <a:t>Strategy</a:t>
            </a:r>
            <a:endParaRPr lang="nl-NL" dirty="0"/>
          </a:p>
          <a:p>
            <a:pPr lvl="1"/>
            <a:endParaRPr lang="nl-NL" dirty="0"/>
          </a:p>
          <a:p>
            <a:pPr lvl="1"/>
            <a:r>
              <a:rPr lang="nl-BE" sz="900" dirty="0">
                <a:effectLst/>
                <a:latin typeface="+mn-lt"/>
              </a:rPr>
              <a:t>Min re voluptatus, susanim illaboribusa quibus</a:t>
            </a:r>
            <a:endParaRPr lang="nl-NL" dirty="0"/>
          </a:p>
        </p:txBody>
      </p:sp>
      <p:sp>
        <p:nvSpPr>
          <p:cNvPr id="34" name="Tijdelijke aanduiding voor tekst 22">
            <a:extLst>
              <a:ext uri="{FF2B5EF4-FFF2-40B4-BE49-F238E27FC236}">
                <a16:creationId xmlns:a16="http://schemas.microsoft.com/office/drawing/2014/main" id="{F8FDBF4B-6A22-B4BD-546F-41BA37516BD8}"/>
              </a:ext>
            </a:extLst>
          </p:cNvPr>
          <p:cNvSpPr>
            <a:spLocks noGrp="1"/>
          </p:cNvSpPr>
          <p:nvPr>
            <p:ph type="body" sz="quarter" idx="18" hasCustomPrompt="1"/>
          </p:nvPr>
        </p:nvSpPr>
        <p:spPr>
          <a:xfrm>
            <a:off x="3818178" y="3701576"/>
            <a:ext cx="3909526" cy="226751"/>
          </a:xfrm>
        </p:spPr>
        <p:txBody>
          <a:bodyPr>
            <a:noAutofit/>
          </a:bodyPr>
          <a:lstStyle>
            <a:lvl1pPr>
              <a:defRPr sz="1350">
                <a:solidFill>
                  <a:schemeClr val="accent1"/>
                </a:solidFill>
              </a:defRPr>
            </a:lvl1pPr>
            <a:lvl2pPr marL="207913" indent="0">
              <a:buFontTx/>
              <a:buNone/>
              <a:defRPr sz="900"/>
            </a:lvl2pPr>
          </a:lstStyle>
          <a:p>
            <a:pPr lvl="0"/>
            <a:r>
              <a:rPr lang="nl-NL" dirty="0"/>
              <a:t>04</a:t>
            </a:r>
          </a:p>
        </p:txBody>
      </p:sp>
      <p:sp>
        <p:nvSpPr>
          <p:cNvPr id="35" name="Tekstvak 34">
            <a:extLst>
              <a:ext uri="{FF2B5EF4-FFF2-40B4-BE49-F238E27FC236}">
                <a16:creationId xmlns:a16="http://schemas.microsoft.com/office/drawing/2014/main" id="{FCCB49D2-C121-A5E5-7DA1-A016F4C1B5C6}"/>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3128088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7_Diapositive de titre">
    <p:spTree>
      <p:nvGrpSpPr>
        <p:cNvPr id="1" name=""/>
        <p:cNvGrpSpPr/>
        <p:nvPr/>
      </p:nvGrpSpPr>
      <p:grpSpPr>
        <a:xfrm>
          <a:off x="0" y="0"/>
          <a:ext cx="0" cy="0"/>
          <a:chOff x="0" y="0"/>
          <a:chExt cx="0" cy="0"/>
        </a:xfrm>
      </p:grpSpPr>
      <p:sp>
        <p:nvSpPr>
          <p:cNvPr id="8" name="Titel 12">
            <a:extLst>
              <a:ext uri="{FF2B5EF4-FFF2-40B4-BE49-F238E27FC236}">
                <a16:creationId xmlns:a16="http://schemas.microsoft.com/office/drawing/2014/main" id="{6245D64D-7290-D6C0-5E32-D2A6860C79A0}"/>
              </a:ext>
            </a:extLst>
          </p:cNvPr>
          <p:cNvSpPr>
            <a:spLocks noGrp="1"/>
          </p:cNvSpPr>
          <p:nvPr>
            <p:ph type="title" hasCustomPrompt="1"/>
          </p:nvPr>
        </p:nvSpPr>
        <p:spPr>
          <a:xfrm>
            <a:off x="4367180" y="754817"/>
            <a:ext cx="3956179" cy="340282"/>
          </a:xfrm>
          <a:prstGeom prst="rect">
            <a:avLst/>
          </a:prstGeom>
        </p:spPr>
        <p:txBody>
          <a:bodyPr/>
          <a:lstStyle>
            <a:lvl1pPr>
              <a:defRPr sz="1350" b="1" i="0">
                <a:solidFill>
                  <a:schemeClr val="bg1"/>
                </a:solidFill>
                <a:latin typeface="Belfius21" pitchFamily="2" charset="77"/>
              </a:defRPr>
            </a:lvl1pPr>
          </a:lstStyle>
          <a:p>
            <a:r>
              <a:rPr lang="nl-NL" dirty="0"/>
              <a:t>Motion &amp; </a:t>
            </a:r>
            <a:r>
              <a:rPr lang="nl-NL" dirty="0" err="1"/>
              <a:t>Emotion</a:t>
            </a:r>
            <a:endParaRPr lang="nl-BE" dirty="0"/>
          </a:p>
        </p:txBody>
      </p:sp>
      <p:sp>
        <p:nvSpPr>
          <p:cNvPr id="9" name="Tijdelijke aanduiding voor tekst 16">
            <a:extLst>
              <a:ext uri="{FF2B5EF4-FFF2-40B4-BE49-F238E27FC236}">
                <a16:creationId xmlns:a16="http://schemas.microsoft.com/office/drawing/2014/main" id="{49139808-3764-E279-F136-BD29DB67A263}"/>
              </a:ext>
            </a:extLst>
          </p:cNvPr>
          <p:cNvSpPr>
            <a:spLocks noGrp="1"/>
          </p:cNvSpPr>
          <p:nvPr>
            <p:ph type="body" sz="quarter" idx="13" hasCustomPrompt="1"/>
          </p:nvPr>
        </p:nvSpPr>
        <p:spPr>
          <a:xfrm>
            <a:off x="4367180" y="1131864"/>
            <a:ext cx="3956179" cy="2802078"/>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pic>
        <p:nvPicPr>
          <p:cNvPr id="3" name="Afbeelding 2" descr="Afbeelding met schermopname, Graphics, Kleurrijkheid, ontwerp&#10;&#10;Door AI gegenereerde inhoud is mogelijk onjuist.">
            <a:extLst>
              <a:ext uri="{FF2B5EF4-FFF2-40B4-BE49-F238E27FC236}">
                <a16:creationId xmlns:a16="http://schemas.microsoft.com/office/drawing/2014/main" id="{654F4391-A3E2-8841-628A-9DA49828BC6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14545" y="717947"/>
            <a:ext cx="362647" cy="312152"/>
          </a:xfrm>
          <a:prstGeom prst="rect">
            <a:avLst/>
          </a:prstGeom>
        </p:spPr>
      </p:pic>
      <p:sp>
        <p:nvSpPr>
          <p:cNvPr id="6" name="Tijdelijke aanduiding voor tekst 5">
            <a:extLst>
              <a:ext uri="{FF2B5EF4-FFF2-40B4-BE49-F238E27FC236}">
                <a16:creationId xmlns:a16="http://schemas.microsoft.com/office/drawing/2014/main" id="{BAF6C1D0-9192-1957-E57A-E0F44559A6A6}"/>
              </a:ext>
            </a:extLst>
          </p:cNvPr>
          <p:cNvSpPr>
            <a:spLocks noGrp="1"/>
          </p:cNvSpPr>
          <p:nvPr>
            <p:ph type="body" sz="quarter" idx="12" hasCustomPrompt="1"/>
          </p:nvPr>
        </p:nvSpPr>
        <p:spPr>
          <a:xfrm>
            <a:off x="310979" y="1298684"/>
            <a:ext cx="3369777" cy="1917700"/>
          </a:xfrm>
        </p:spPr>
        <p:txBody>
          <a:bodyPr>
            <a:normAutofit/>
          </a:bodyPr>
          <a:lstStyle>
            <a:lvl1pPr algn="ctr">
              <a:defRPr sz="2800">
                <a:solidFill>
                  <a:schemeClr val="bg1"/>
                </a:solidFill>
              </a:defRPr>
            </a:lvl1pPr>
          </a:lstStyle>
          <a:p>
            <a:pPr lvl="0"/>
            <a:r>
              <a:rPr lang="nl-NL" dirty="0" err="1"/>
              <a:t>Title</a:t>
            </a:r>
            <a:r>
              <a:rPr lang="nl-NL" dirty="0"/>
              <a:t> or quote</a:t>
            </a:r>
          </a:p>
        </p:txBody>
      </p:sp>
      <p:sp>
        <p:nvSpPr>
          <p:cNvPr id="10" name="Tekstvak 9">
            <a:extLst>
              <a:ext uri="{FF2B5EF4-FFF2-40B4-BE49-F238E27FC236}">
                <a16:creationId xmlns:a16="http://schemas.microsoft.com/office/drawing/2014/main" id="{F303B6FB-D2B5-51BF-F496-E8C0198864F4}"/>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27803665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9_Diapositive de titre">
    <p:spTree>
      <p:nvGrpSpPr>
        <p:cNvPr id="1" name=""/>
        <p:cNvGrpSpPr/>
        <p:nvPr/>
      </p:nvGrpSpPr>
      <p:grpSpPr>
        <a:xfrm>
          <a:off x="0" y="0"/>
          <a:ext cx="0" cy="0"/>
          <a:chOff x="0" y="0"/>
          <a:chExt cx="0" cy="0"/>
        </a:xfrm>
      </p:grpSpPr>
      <p:pic>
        <p:nvPicPr>
          <p:cNvPr id="3" name="Afbeelding 2" descr="Afbeelding met schermopname, Graphics, Kleurrijkheid, ontwerp&#10;&#10;Door AI gegenereerde inhoud is mogelijk onjuist.">
            <a:extLst>
              <a:ext uri="{FF2B5EF4-FFF2-40B4-BE49-F238E27FC236}">
                <a16:creationId xmlns:a16="http://schemas.microsoft.com/office/drawing/2014/main" id="{4637C370-3B2B-E79F-C64F-89D8C9ED23C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2893" y="322809"/>
            <a:ext cx="362647" cy="312152"/>
          </a:xfrm>
          <a:prstGeom prst="rect">
            <a:avLst/>
          </a:prstGeom>
        </p:spPr>
      </p:pic>
      <p:sp>
        <p:nvSpPr>
          <p:cNvPr id="7" name="Titel 6">
            <a:extLst>
              <a:ext uri="{FF2B5EF4-FFF2-40B4-BE49-F238E27FC236}">
                <a16:creationId xmlns:a16="http://schemas.microsoft.com/office/drawing/2014/main" id="{7DD2DBEA-6808-5BF8-B143-09EC1108AB06}"/>
              </a:ext>
            </a:extLst>
          </p:cNvPr>
          <p:cNvSpPr>
            <a:spLocks noGrp="1"/>
          </p:cNvSpPr>
          <p:nvPr>
            <p:ph type="title" hasCustomPrompt="1"/>
          </p:nvPr>
        </p:nvSpPr>
        <p:spPr>
          <a:xfrm>
            <a:off x="837940" y="263441"/>
            <a:ext cx="7886700" cy="430888"/>
          </a:xfrm>
          <a:prstGeom prst="rect">
            <a:avLst/>
          </a:prstGeom>
        </p:spPr>
        <p:txBody>
          <a:bodyPr/>
          <a:lstStyle>
            <a:lvl1pPr>
              <a:defRPr sz="2200" b="1" i="0">
                <a:gradFill>
                  <a:gsLst>
                    <a:gs pos="0">
                      <a:srgbClr val="C10040"/>
                    </a:gs>
                    <a:gs pos="33000">
                      <a:srgbClr val="CE004E"/>
                    </a:gs>
                    <a:gs pos="85000">
                      <a:srgbClr val="EB0171"/>
                    </a:gs>
                  </a:gsLst>
                  <a:lin ang="16800000" scaled="0"/>
                </a:gradFill>
                <a:latin typeface="Belfius21" pitchFamily="2" charset="77"/>
              </a:defRPr>
            </a:lvl1pPr>
          </a:lstStyle>
          <a:p>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p:txBody>
      </p:sp>
      <p:sp>
        <p:nvSpPr>
          <p:cNvPr id="9" name="Tijdelijke aanduiding voor tekst 16">
            <a:extLst>
              <a:ext uri="{FF2B5EF4-FFF2-40B4-BE49-F238E27FC236}">
                <a16:creationId xmlns:a16="http://schemas.microsoft.com/office/drawing/2014/main" id="{26AD1EBA-F644-80A5-9893-1F72F57B064E}"/>
              </a:ext>
            </a:extLst>
          </p:cNvPr>
          <p:cNvSpPr>
            <a:spLocks noGrp="1"/>
          </p:cNvSpPr>
          <p:nvPr>
            <p:ph type="body" sz="quarter" idx="12" hasCustomPrompt="1"/>
          </p:nvPr>
        </p:nvSpPr>
        <p:spPr>
          <a:xfrm>
            <a:off x="837940" y="1820780"/>
            <a:ext cx="3956179" cy="2802078"/>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1" name="Tijdelijke aanduiding voor tekst 10">
            <a:extLst>
              <a:ext uri="{FF2B5EF4-FFF2-40B4-BE49-F238E27FC236}">
                <a16:creationId xmlns:a16="http://schemas.microsoft.com/office/drawing/2014/main" id="{2A77C2CB-5E73-D45D-7622-1DC76EC0AD48}"/>
              </a:ext>
            </a:extLst>
          </p:cNvPr>
          <p:cNvSpPr>
            <a:spLocks noGrp="1"/>
          </p:cNvSpPr>
          <p:nvPr>
            <p:ph type="body" sz="quarter" idx="13" hasCustomPrompt="1"/>
          </p:nvPr>
        </p:nvSpPr>
        <p:spPr>
          <a:xfrm>
            <a:off x="837940" y="1277597"/>
            <a:ext cx="3956179" cy="485366"/>
          </a:xfrm>
        </p:spPr>
        <p:txBody>
          <a:bodyPr>
            <a:normAutofit/>
          </a:bodyPr>
          <a:lstStyle>
            <a:lvl1pPr>
              <a:defRPr sz="1350" b="1" i="0">
                <a:gradFill>
                  <a:gsLst>
                    <a:gs pos="0">
                      <a:srgbClr val="C10040"/>
                    </a:gs>
                    <a:gs pos="33000">
                      <a:srgbClr val="CE004E"/>
                    </a:gs>
                    <a:gs pos="85000">
                      <a:srgbClr val="EB0171"/>
                    </a:gs>
                  </a:gsLst>
                  <a:lin ang="16800000" scaled="0"/>
                </a:gradFill>
                <a:latin typeface="Belfius21 SemiBold" pitchFamily="2" charset="77"/>
              </a:defRPr>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p:txBody>
      </p:sp>
      <p:sp>
        <p:nvSpPr>
          <p:cNvPr id="12" name="Tijdelijke aanduiding voor tekst 10">
            <a:extLst>
              <a:ext uri="{FF2B5EF4-FFF2-40B4-BE49-F238E27FC236}">
                <a16:creationId xmlns:a16="http://schemas.microsoft.com/office/drawing/2014/main" id="{3CF04C1D-5922-7B67-C009-63C9478B5F65}"/>
              </a:ext>
            </a:extLst>
          </p:cNvPr>
          <p:cNvSpPr>
            <a:spLocks noGrp="1"/>
          </p:cNvSpPr>
          <p:nvPr>
            <p:ph type="body" sz="quarter" idx="14" hasCustomPrompt="1"/>
          </p:nvPr>
        </p:nvSpPr>
        <p:spPr>
          <a:xfrm>
            <a:off x="4848416" y="1277597"/>
            <a:ext cx="3956179" cy="485366"/>
          </a:xfrm>
        </p:spPr>
        <p:txBody>
          <a:bodyPr>
            <a:normAutofit/>
          </a:bodyPr>
          <a:lstStyle>
            <a:lvl1pPr>
              <a:defRPr sz="1350" b="1" i="0">
                <a:gradFill>
                  <a:gsLst>
                    <a:gs pos="0">
                      <a:srgbClr val="C10040"/>
                    </a:gs>
                    <a:gs pos="33000">
                      <a:srgbClr val="CE004E"/>
                    </a:gs>
                    <a:gs pos="85000">
                      <a:srgbClr val="EB0171"/>
                    </a:gs>
                  </a:gsLst>
                  <a:lin ang="16800000" scaled="0"/>
                </a:gradFill>
                <a:latin typeface="Belfius21 SemiBold" pitchFamily="2" charset="77"/>
              </a:defRPr>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p:txBody>
      </p:sp>
      <p:sp>
        <p:nvSpPr>
          <p:cNvPr id="13" name="Tijdelijke aanduiding voor tekst 16">
            <a:extLst>
              <a:ext uri="{FF2B5EF4-FFF2-40B4-BE49-F238E27FC236}">
                <a16:creationId xmlns:a16="http://schemas.microsoft.com/office/drawing/2014/main" id="{57EFF7F5-62C1-B371-96FE-DBB838471039}"/>
              </a:ext>
            </a:extLst>
          </p:cNvPr>
          <p:cNvSpPr>
            <a:spLocks noGrp="1"/>
          </p:cNvSpPr>
          <p:nvPr>
            <p:ph type="body" sz="quarter" idx="15" hasCustomPrompt="1"/>
          </p:nvPr>
        </p:nvSpPr>
        <p:spPr>
          <a:xfrm>
            <a:off x="4848416" y="1820780"/>
            <a:ext cx="3956179" cy="2802078"/>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4" name="Tekstvak 13">
            <a:extLst>
              <a:ext uri="{FF2B5EF4-FFF2-40B4-BE49-F238E27FC236}">
                <a16:creationId xmlns:a16="http://schemas.microsoft.com/office/drawing/2014/main" id="{257A011C-43A0-2411-507B-59D1E9F75C68}"/>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10180083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1_Diapositive de titre">
    <p:spTree>
      <p:nvGrpSpPr>
        <p:cNvPr id="1" name=""/>
        <p:cNvGrpSpPr/>
        <p:nvPr/>
      </p:nvGrpSpPr>
      <p:grpSpPr>
        <a:xfrm>
          <a:off x="0" y="0"/>
          <a:ext cx="0" cy="0"/>
          <a:chOff x="0" y="0"/>
          <a:chExt cx="0" cy="0"/>
        </a:xfrm>
      </p:grpSpPr>
      <p:pic>
        <p:nvPicPr>
          <p:cNvPr id="3" name="Afbeelding 2" descr="Afbeelding met schermopname, Graphics, Kleurrijkheid, ontwerp&#10;&#10;Door AI gegenereerde inhoud is mogelijk onjuist.">
            <a:extLst>
              <a:ext uri="{FF2B5EF4-FFF2-40B4-BE49-F238E27FC236}">
                <a16:creationId xmlns:a16="http://schemas.microsoft.com/office/drawing/2014/main" id="{037CC5CC-0619-B157-A9A0-1C0E2B7F1BD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2893" y="322809"/>
            <a:ext cx="362647" cy="312152"/>
          </a:xfrm>
          <a:prstGeom prst="rect">
            <a:avLst/>
          </a:prstGeom>
        </p:spPr>
      </p:pic>
      <p:sp>
        <p:nvSpPr>
          <p:cNvPr id="4" name="Titel 6">
            <a:extLst>
              <a:ext uri="{FF2B5EF4-FFF2-40B4-BE49-F238E27FC236}">
                <a16:creationId xmlns:a16="http://schemas.microsoft.com/office/drawing/2014/main" id="{B62D1CB2-D847-EA08-12C5-55849C8F93B0}"/>
              </a:ext>
            </a:extLst>
          </p:cNvPr>
          <p:cNvSpPr>
            <a:spLocks noGrp="1"/>
          </p:cNvSpPr>
          <p:nvPr>
            <p:ph type="title" hasCustomPrompt="1"/>
          </p:nvPr>
        </p:nvSpPr>
        <p:spPr>
          <a:xfrm>
            <a:off x="837940" y="263441"/>
            <a:ext cx="7886700" cy="430888"/>
          </a:xfrm>
          <a:prstGeom prst="rect">
            <a:avLst/>
          </a:prstGeom>
        </p:spPr>
        <p:txBody>
          <a:bodyPr/>
          <a:lstStyle>
            <a:lvl1pPr>
              <a:defRPr sz="2200" b="1" i="0">
                <a:gradFill>
                  <a:gsLst>
                    <a:gs pos="0">
                      <a:srgbClr val="C10040"/>
                    </a:gs>
                    <a:gs pos="33000">
                      <a:srgbClr val="CE004E"/>
                    </a:gs>
                    <a:gs pos="85000">
                      <a:srgbClr val="EB0171"/>
                    </a:gs>
                  </a:gsLst>
                  <a:lin ang="16800000" scaled="0"/>
                </a:gradFill>
                <a:latin typeface="Belfius21" pitchFamily="2" charset="77"/>
              </a:defRPr>
            </a:lvl1pPr>
          </a:lstStyle>
          <a:p>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p:txBody>
      </p:sp>
      <p:sp>
        <p:nvSpPr>
          <p:cNvPr id="8" name="Tijdelijke aanduiding voor tekst 22">
            <a:extLst>
              <a:ext uri="{FF2B5EF4-FFF2-40B4-BE49-F238E27FC236}">
                <a16:creationId xmlns:a16="http://schemas.microsoft.com/office/drawing/2014/main" id="{23845291-0D6A-7ED6-D562-C8F01334E950}"/>
              </a:ext>
            </a:extLst>
          </p:cNvPr>
          <p:cNvSpPr>
            <a:spLocks noGrp="1"/>
          </p:cNvSpPr>
          <p:nvPr>
            <p:ph type="body" sz="quarter" idx="13" hasCustomPrompt="1"/>
          </p:nvPr>
        </p:nvSpPr>
        <p:spPr>
          <a:xfrm>
            <a:off x="837940" y="1851605"/>
            <a:ext cx="2528595" cy="226751"/>
          </a:xfrm>
        </p:spPr>
        <p:txBody>
          <a:bodyPr>
            <a:noAutofit/>
          </a:bodyPr>
          <a:lstStyle>
            <a:lvl1pPr>
              <a:defRPr sz="1350">
                <a:solidFill>
                  <a:schemeClr val="accent1"/>
                </a:solidFill>
              </a:defRPr>
            </a:lvl1pPr>
            <a:lvl2pPr marL="207913" indent="0">
              <a:buFontTx/>
              <a:buNone/>
              <a:defRPr sz="900"/>
            </a:lvl2pPr>
          </a:lstStyle>
          <a:p>
            <a:pPr lvl="0"/>
            <a:r>
              <a:rPr lang="nl-NL" dirty="0"/>
              <a:t>01</a:t>
            </a:r>
          </a:p>
        </p:txBody>
      </p:sp>
      <p:sp>
        <p:nvSpPr>
          <p:cNvPr id="10" name="Tijdelijke aanduiding voor tekst 16">
            <a:extLst>
              <a:ext uri="{FF2B5EF4-FFF2-40B4-BE49-F238E27FC236}">
                <a16:creationId xmlns:a16="http://schemas.microsoft.com/office/drawing/2014/main" id="{48CFE773-4EBD-EB66-2D73-0D3E4FEDE1BA}"/>
              </a:ext>
            </a:extLst>
          </p:cNvPr>
          <p:cNvSpPr>
            <a:spLocks noGrp="1"/>
          </p:cNvSpPr>
          <p:nvPr>
            <p:ph type="body" sz="quarter" idx="12" hasCustomPrompt="1"/>
          </p:nvPr>
        </p:nvSpPr>
        <p:spPr>
          <a:xfrm>
            <a:off x="837940" y="2593902"/>
            <a:ext cx="2528594" cy="1561132"/>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1" name="Tijdelijke aanduiding voor tekst 22">
            <a:extLst>
              <a:ext uri="{FF2B5EF4-FFF2-40B4-BE49-F238E27FC236}">
                <a16:creationId xmlns:a16="http://schemas.microsoft.com/office/drawing/2014/main" id="{44946734-03EF-C92F-47E7-4C8F91C4A390}"/>
              </a:ext>
            </a:extLst>
          </p:cNvPr>
          <p:cNvSpPr>
            <a:spLocks noGrp="1"/>
          </p:cNvSpPr>
          <p:nvPr>
            <p:ph type="body" sz="quarter" idx="14" hasCustomPrompt="1"/>
          </p:nvPr>
        </p:nvSpPr>
        <p:spPr>
          <a:xfrm>
            <a:off x="3562480" y="1851605"/>
            <a:ext cx="2528595" cy="226751"/>
          </a:xfrm>
        </p:spPr>
        <p:txBody>
          <a:bodyPr>
            <a:noAutofit/>
          </a:bodyPr>
          <a:lstStyle>
            <a:lvl1pPr>
              <a:defRPr sz="1350">
                <a:solidFill>
                  <a:schemeClr val="accent1"/>
                </a:solidFill>
              </a:defRPr>
            </a:lvl1pPr>
            <a:lvl2pPr marL="207913" indent="0">
              <a:buFontTx/>
              <a:buNone/>
              <a:defRPr sz="900"/>
            </a:lvl2pPr>
          </a:lstStyle>
          <a:p>
            <a:pPr lvl="0"/>
            <a:r>
              <a:rPr lang="nl-NL" dirty="0"/>
              <a:t>02</a:t>
            </a:r>
          </a:p>
        </p:txBody>
      </p:sp>
      <p:sp>
        <p:nvSpPr>
          <p:cNvPr id="12" name="Tijdelijke aanduiding voor tekst 22">
            <a:extLst>
              <a:ext uri="{FF2B5EF4-FFF2-40B4-BE49-F238E27FC236}">
                <a16:creationId xmlns:a16="http://schemas.microsoft.com/office/drawing/2014/main" id="{D32FCEDF-AECE-1B88-D9DE-DBE19E512C6B}"/>
              </a:ext>
            </a:extLst>
          </p:cNvPr>
          <p:cNvSpPr>
            <a:spLocks noGrp="1"/>
          </p:cNvSpPr>
          <p:nvPr>
            <p:ph type="body" sz="quarter" idx="15" hasCustomPrompt="1"/>
          </p:nvPr>
        </p:nvSpPr>
        <p:spPr>
          <a:xfrm>
            <a:off x="6287020" y="1851604"/>
            <a:ext cx="2528595" cy="226751"/>
          </a:xfrm>
        </p:spPr>
        <p:txBody>
          <a:bodyPr>
            <a:noAutofit/>
          </a:bodyPr>
          <a:lstStyle>
            <a:lvl1pPr>
              <a:defRPr sz="1350">
                <a:solidFill>
                  <a:schemeClr val="accent1"/>
                </a:solidFill>
              </a:defRPr>
            </a:lvl1pPr>
            <a:lvl2pPr marL="207913" indent="0">
              <a:buFontTx/>
              <a:buNone/>
              <a:defRPr sz="900"/>
            </a:lvl2pPr>
          </a:lstStyle>
          <a:p>
            <a:pPr lvl="0"/>
            <a:r>
              <a:rPr lang="nl-NL" dirty="0"/>
              <a:t>03</a:t>
            </a:r>
          </a:p>
        </p:txBody>
      </p:sp>
      <p:sp>
        <p:nvSpPr>
          <p:cNvPr id="13" name="Tijdelijke aanduiding voor tekst 16">
            <a:extLst>
              <a:ext uri="{FF2B5EF4-FFF2-40B4-BE49-F238E27FC236}">
                <a16:creationId xmlns:a16="http://schemas.microsoft.com/office/drawing/2014/main" id="{31E7F48B-F892-DD9F-9B0A-3221114D96CB}"/>
              </a:ext>
            </a:extLst>
          </p:cNvPr>
          <p:cNvSpPr>
            <a:spLocks noGrp="1"/>
          </p:cNvSpPr>
          <p:nvPr>
            <p:ph type="body" sz="quarter" idx="16" hasCustomPrompt="1"/>
          </p:nvPr>
        </p:nvSpPr>
        <p:spPr>
          <a:xfrm>
            <a:off x="3562479" y="2593902"/>
            <a:ext cx="2528594" cy="1561132"/>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4" name="Tijdelijke aanduiding voor tekst 16">
            <a:extLst>
              <a:ext uri="{FF2B5EF4-FFF2-40B4-BE49-F238E27FC236}">
                <a16:creationId xmlns:a16="http://schemas.microsoft.com/office/drawing/2014/main" id="{A26A5509-6C77-C26C-3F59-E8E41EDAB8D2}"/>
              </a:ext>
            </a:extLst>
          </p:cNvPr>
          <p:cNvSpPr>
            <a:spLocks noGrp="1"/>
          </p:cNvSpPr>
          <p:nvPr>
            <p:ph type="body" sz="quarter" idx="17" hasCustomPrompt="1"/>
          </p:nvPr>
        </p:nvSpPr>
        <p:spPr>
          <a:xfrm>
            <a:off x="6287017" y="2595773"/>
            <a:ext cx="2528594" cy="1561132"/>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5" name="Tijdelijke aanduiding voor tekst 16">
            <a:extLst>
              <a:ext uri="{FF2B5EF4-FFF2-40B4-BE49-F238E27FC236}">
                <a16:creationId xmlns:a16="http://schemas.microsoft.com/office/drawing/2014/main" id="{295D2F23-5D4F-5C1C-6208-264F9499EE6C}"/>
              </a:ext>
            </a:extLst>
          </p:cNvPr>
          <p:cNvSpPr>
            <a:spLocks noGrp="1"/>
          </p:cNvSpPr>
          <p:nvPr>
            <p:ph type="body" sz="quarter" idx="18" hasCustomPrompt="1"/>
          </p:nvPr>
        </p:nvSpPr>
        <p:spPr>
          <a:xfrm>
            <a:off x="837940" y="2233846"/>
            <a:ext cx="2528594" cy="320431"/>
          </a:xfrm>
        </p:spPr>
        <p:txBody>
          <a:bodyPr/>
          <a:lstStyle>
            <a:lvl1pPr>
              <a:defRPr sz="1200" b="1" i="0">
                <a:solidFill>
                  <a:schemeClr val="bg1"/>
                </a:solidFill>
                <a:latin typeface="Belfius21 SemiBold" pitchFamily="2" charset="77"/>
              </a:defRPr>
            </a:lvl1pPr>
          </a:lstStyle>
          <a:p>
            <a:pPr lvl="0"/>
            <a:r>
              <a:rPr lang="nl-NL" dirty="0"/>
              <a:t>Motion &amp; </a:t>
            </a:r>
            <a:r>
              <a:rPr lang="nl-NL" dirty="0" err="1"/>
              <a:t>Emotion</a:t>
            </a:r>
            <a:r>
              <a:rPr lang="nl-NL" dirty="0"/>
              <a:t>.</a:t>
            </a:r>
          </a:p>
          <a:p>
            <a:pPr lvl="0"/>
            <a:endParaRPr lang="nl-NL" dirty="0"/>
          </a:p>
        </p:txBody>
      </p:sp>
      <p:sp>
        <p:nvSpPr>
          <p:cNvPr id="16" name="Tijdelijke aanduiding voor tekst 16">
            <a:extLst>
              <a:ext uri="{FF2B5EF4-FFF2-40B4-BE49-F238E27FC236}">
                <a16:creationId xmlns:a16="http://schemas.microsoft.com/office/drawing/2014/main" id="{4E09868C-BE10-1DB4-1CB1-4F30D84D9798}"/>
              </a:ext>
            </a:extLst>
          </p:cNvPr>
          <p:cNvSpPr>
            <a:spLocks noGrp="1"/>
          </p:cNvSpPr>
          <p:nvPr>
            <p:ph type="body" sz="quarter" idx="19" hasCustomPrompt="1"/>
          </p:nvPr>
        </p:nvSpPr>
        <p:spPr>
          <a:xfrm>
            <a:off x="3562479" y="2230755"/>
            <a:ext cx="2528594" cy="320431"/>
          </a:xfrm>
        </p:spPr>
        <p:txBody>
          <a:bodyPr/>
          <a:lstStyle>
            <a:lvl1pPr>
              <a:defRPr sz="1200" b="1" i="0">
                <a:solidFill>
                  <a:schemeClr val="bg1"/>
                </a:solidFill>
                <a:latin typeface="Belfius21 SemiBold" pitchFamily="2" charset="77"/>
              </a:defRPr>
            </a:lvl1pPr>
          </a:lstStyle>
          <a:p>
            <a:pPr lvl="0"/>
            <a:r>
              <a:rPr lang="nl-NL" dirty="0" err="1"/>
              <a:t>Materiality</a:t>
            </a:r>
            <a:r>
              <a:rPr lang="nl-NL" dirty="0"/>
              <a:t>.</a:t>
            </a:r>
          </a:p>
          <a:p>
            <a:pPr lvl="0"/>
            <a:endParaRPr lang="nl-NL" dirty="0"/>
          </a:p>
        </p:txBody>
      </p:sp>
      <p:sp>
        <p:nvSpPr>
          <p:cNvPr id="17" name="Tijdelijke aanduiding voor tekst 16">
            <a:extLst>
              <a:ext uri="{FF2B5EF4-FFF2-40B4-BE49-F238E27FC236}">
                <a16:creationId xmlns:a16="http://schemas.microsoft.com/office/drawing/2014/main" id="{06F9C36A-8A69-0A49-2F4C-5DA5DC64C4AD}"/>
              </a:ext>
            </a:extLst>
          </p:cNvPr>
          <p:cNvSpPr>
            <a:spLocks noGrp="1"/>
          </p:cNvSpPr>
          <p:nvPr>
            <p:ph type="body" sz="quarter" idx="20" hasCustomPrompt="1"/>
          </p:nvPr>
        </p:nvSpPr>
        <p:spPr>
          <a:xfrm>
            <a:off x="6287017" y="2224831"/>
            <a:ext cx="2528594" cy="320431"/>
          </a:xfrm>
        </p:spPr>
        <p:txBody>
          <a:bodyPr/>
          <a:lstStyle>
            <a:lvl1pPr>
              <a:defRPr sz="1200" b="1" i="0">
                <a:solidFill>
                  <a:schemeClr val="bg1"/>
                </a:solidFill>
                <a:latin typeface="Belfius21 SemiBold" pitchFamily="2" charset="77"/>
              </a:defRPr>
            </a:lvl1pPr>
          </a:lstStyle>
          <a:p>
            <a:pPr lvl="0"/>
            <a:r>
              <a:rPr lang="nl-NL" dirty="0" err="1"/>
              <a:t>Legacy</a:t>
            </a:r>
            <a:endParaRPr lang="nl-NL" dirty="0"/>
          </a:p>
          <a:p>
            <a:pPr lvl="0"/>
            <a:endParaRPr lang="nl-NL" dirty="0"/>
          </a:p>
        </p:txBody>
      </p:sp>
      <p:sp>
        <p:nvSpPr>
          <p:cNvPr id="18" name="Tekstvak 17">
            <a:extLst>
              <a:ext uri="{FF2B5EF4-FFF2-40B4-BE49-F238E27FC236}">
                <a16:creationId xmlns:a16="http://schemas.microsoft.com/office/drawing/2014/main" id="{DEC369EC-C134-0155-08D1-5BBCBA19D0D0}"/>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3863308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3_Diapositive de titre">
    <p:spTree>
      <p:nvGrpSpPr>
        <p:cNvPr id="1" name=""/>
        <p:cNvGrpSpPr/>
        <p:nvPr/>
      </p:nvGrpSpPr>
      <p:grpSpPr>
        <a:xfrm>
          <a:off x="0" y="0"/>
          <a:ext cx="0" cy="0"/>
          <a:chOff x="0" y="0"/>
          <a:chExt cx="0" cy="0"/>
        </a:xfrm>
      </p:grpSpPr>
      <p:pic>
        <p:nvPicPr>
          <p:cNvPr id="3" name="Afbeelding 2" descr="Afbeelding met schermopname, Graphics, Kleurrijkheid, ontwerp&#10;&#10;Door AI gegenereerde inhoud is mogelijk onjuist.">
            <a:extLst>
              <a:ext uri="{FF2B5EF4-FFF2-40B4-BE49-F238E27FC236}">
                <a16:creationId xmlns:a16="http://schemas.microsoft.com/office/drawing/2014/main" id="{8AFCFFBB-5219-9D68-E17B-D465F4006E7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2893" y="322809"/>
            <a:ext cx="362647" cy="312152"/>
          </a:xfrm>
          <a:prstGeom prst="rect">
            <a:avLst/>
          </a:prstGeom>
        </p:spPr>
      </p:pic>
      <p:sp>
        <p:nvSpPr>
          <p:cNvPr id="4" name="Titel 6">
            <a:extLst>
              <a:ext uri="{FF2B5EF4-FFF2-40B4-BE49-F238E27FC236}">
                <a16:creationId xmlns:a16="http://schemas.microsoft.com/office/drawing/2014/main" id="{4DFA9079-1566-3EA3-A313-D62560D8D53B}"/>
              </a:ext>
            </a:extLst>
          </p:cNvPr>
          <p:cNvSpPr>
            <a:spLocks noGrp="1"/>
          </p:cNvSpPr>
          <p:nvPr>
            <p:ph type="title" hasCustomPrompt="1"/>
          </p:nvPr>
        </p:nvSpPr>
        <p:spPr>
          <a:xfrm>
            <a:off x="837940" y="263441"/>
            <a:ext cx="4480210" cy="430888"/>
          </a:xfrm>
          <a:prstGeom prst="rect">
            <a:avLst/>
          </a:prstGeom>
        </p:spPr>
        <p:txBody>
          <a:bodyPr/>
          <a:lstStyle>
            <a:lvl1pPr>
              <a:defRPr sz="2200" b="1" i="0">
                <a:gradFill>
                  <a:gsLst>
                    <a:gs pos="0">
                      <a:srgbClr val="C10040"/>
                    </a:gs>
                    <a:gs pos="33000">
                      <a:srgbClr val="CE004E"/>
                    </a:gs>
                    <a:gs pos="85000">
                      <a:srgbClr val="EB0171"/>
                    </a:gs>
                  </a:gsLst>
                  <a:lin ang="16800000" scaled="0"/>
                </a:gradFill>
                <a:latin typeface="Belfius21" pitchFamily="2" charset="77"/>
              </a:defRPr>
            </a:lvl1pPr>
          </a:lstStyle>
          <a:p>
            <a:r>
              <a:rPr lang="nl-NL" dirty="0" err="1"/>
              <a:t>Apitatis</a:t>
            </a:r>
            <a:r>
              <a:rPr lang="nl-NL" dirty="0"/>
              <a:t> ex </a:t>
            </a:r>
            <a:r>
              <a:rPr lang="nl-NL" dirty="0" err="1"/>
              <a:t>evernatat</a:t>
            </a:r>
            <a:r>
              <a:rPr lang="nl-NL" dirty="0"/>
              <a:t>. </a:t>
            </a:r>
            <a:br>
              <a:rPr lang="nl-NL" dirty="0"/>
            </a:br>
            <a:r>
              <a:rPr lang="nl-NL" dirty="0"/>
              <a:t>Is </a:t>
            </a:r>
            <a:r>
              <a:rPr lang="nl-NL" dirty="0" err="1"/>
              <a:t>ditinuscid</a:t>
            </a:r>
            <a:r>
              <a:rPr lang="nl-NL" dirty="0"/>
              <a:t> </a:t>
            </a:r>
            <a:r>
              <a:rPr lang="nl-NL" dirty="0" err="1"/>
              <a:t>quam</a:t>
            </a:r>
            <a:r>
              <a:rPr lang="nl-NL" dirty="0"/>
              <a:t>, </a:t>
            </a:r>
            <a:r>
              <a:rPr lang="nl-NL" dirty="0" err="1"/>
              <a:t>totat</a:t>
            </a:r>
            <a:r>
              <a:rPr lang="nl-NL" dirty="0"/>
              <a:t>.</a:t>
            </a:r>
          </a:p>
        </p:txBody>
      </p:sp>
      <p:sp>
        <p:nvSpPr>
          <p:cNvPr id="5" name="Tijdelijke aanduiding voor tekst 22">
            <a:extLst>
              <a:ext uri="{FF2B5EF4-FFF2-40B4-BE49-F238E27FC236}">
                <a16:creationId xmlns:a16="http://schemas.microsoft.com/office/drawing/2014/main" id="{BF62108B-B399-ABDA-47BF-FF5B42120431}"/>
              </a:ext>
            </a:extLst>
          </p:cNvPr>
          <p:cNvSpPr>
            <a:spLocks noGrp="1"/>
          </p:cNvSpPr>
          <p:nvPr>
            <p:ph type="body" sz="quarter" idx="13" hasCustomPrompt="1"/>
          </p:nvPr>
        </p:nvSpPr>
        <p:spPr>
          <a:xfrm>
            <a:off x="837940" y="1851605"/>
            <a:ext cx="2528595" cy="226751"/>
          </a:xfrm>
        </p:spPr>
        <p:txBody>
          <a:bodyPr>
            <a:noAutofit/>
          </a:bodyPr>
          <a:lstStyle>
            <a:lvl1pPr>
              <a:defRPr sz="1350">
                <a:solidFill>
                  <a:schemeClr val="accent1"/>
                </a:solidFill>
              </a:defRPr>
            </a:lvl1pPr>
            <a:lvl2pPr marL="207913" indent="0">
              <a:buFontTx/>
              <a:buNone/>
              <a:defRPr sz="900"/>
            </a:lvl2pPr>
          </a:lstStyle>
          <a:p>
            <a:pPr lvl="0"/>
            <a:r>
              <a:rPr lang="nl-NL" dirty="0"/>
              <a:t>01</a:t>
            </a:r>
          </a:p>
        </p:txBody>
      </p:sp>
      <p:sp>
        <p:nvSpPr>
          <p:cNvPr id="6" name="Tijdelijke aanduiding voor tekst 16">
            <a:extLst>
              <a:ext uri="{FF2B5EF4-FFF2-40B4-BE49-F238E27FC236}">
                <a16:creationId xmlns:a16="http://schemas.microsoft.com/office/drawing/2014/main" id="{DF82EBDD-0966-4132-3F08-64FFE5C06C41}"/>
              </a:ext>
            </a:extLst>
          </p:cNvPr>
          <p:cNvSpPr>
            <a:spLocks noGrp="1"/>
          </p:cNvSpPr>
          <p:nvPr>
            <p:ph type="body" sz="quarter" idx="12" hasCustomPrompt="1"/>
          </p:nvPr>
        </p:nvSpPr>
        <p:spPr>
          <a:xfrm>
            <a:off x="837940" y="2593902"/>
            <a:ext cx="2528594" cy="1561132"/>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7" name="Tijdelijke aanduiding voor tekst 22">
            <a:extLst>
              <a:ext uri="{FF2B5EF4-FFF2-40B4-BE49-F238E27FC236}">
                <a16:creationId xmlns:a16="http://schemas.microsoft.com/office/drawing/2014/main" id="{3CA43C66-2FF7-F439-2CFC-C0ECF36F55A3}"/>
              </a:ext>
            </a:extLst>
          </p:cNvPr>
          <p:cNvSpPr>
            <a:spLocks noGrp="1"/>
          </p:cNvSpPr>
          <p:nvPr>
            <p:ph type="body" sz="quarter" idx="14" hasCustomPrompt="1"/>
          </p:nvPr>
        </p:nvSpPr>
        <p:spPr>
          <a:xfrm>
            <a:off x="3562480" y="1851605"/>
            <a:ext cx="2528595" cy="226751"/>
          </a:xfrm>
        </p:spPr>
        <p:txBody>
          <a:bodyPr>
            <a:noAutofit/>
          </a:bodyPr>
          <a:lstStyle>
            <a:lvl1pPr>
              <a:defRPr sz="1350">
                <a:solidFill>
                  <a:schemeClr val="accent1"/>
                </a:solidFill>
              </a:defRPr>
            </a:lvl1pPr>
            <a:lvl2pPr marL="207913" indent="0">
              <a:buFontTx/>
              <a:buNone/>
              <a:defRPr sz="900"/>
            </a:lvl2pPr>
          </a:lstStyle>
          <a:p>
            <a:pPr lvl="0"/>
            <a:r>
              <a:rPr lang="nl-NL" dirty="0"/>
              <a:t>02</a:t>
            </a:r>
          </a:p>
        </p:txBody>
      </p:sp>
      <p:sp>
        <p:nvSpPr>
          <p:cNvPr id="8" name="Tijdelijke aanduiding voor tekst 22">
            <a:extLst>
              <a:ext uri="{FF2B5EF4-FFF2-40B4-BE49-F238E27FC236}">
                <a16:creationId xmlns:a16="http://schemas.microsoft.com/office/drawing/2014/main" id="{8AAEDA25-80CC-2745-B4EC-8242F972C695}"/>
              </a:ext>
            </a:extLst>
          </p:cNvPr>
          <p:cNvSpPr>
            <a:spLocks noGrp="1"/>
          </p:cNvSpPr>
          <p:nvPr>
            <p:ph type="body" sz="quarter" idx="15" hasCustomPrompt="1"/>
          </p:nvPr>
        </p:nvSpPr>
        <p:spPr>
          <a:xfrm>
            <a:off x="6287020" y="1851604"/>
            <a:ext cx="2528595" cy="226751"/>
          </a:xfrm>
        </p:spPr>
        <p:txBody>
          <a:bodyPr>
            <a:noAutofit/>
          </a:bodyPr>
          <a:lstStyle>
            <a:lvl1pPr>
              <a:defRPr sz="1350">
                <a:solidFill>
                  <a:schemeClr val="accent1"/>
                </a:solidFill>
              </a:defRPr>
            </a:lvl1pPr>
            <a:lvl2pPr marL="207913" indent="0">
              <a:buFontTx/>
              <a:buNone/>
              <a:defRPr sz="900"/>
            </a:lvl2pPr>
          </a:lstStyle>
          <a:p>
            <a:pPr lvl="0"/>
            <a:r>
              <a:rPr lang="nl-NL" dirty="0"/>
              <a:t>03</a:t>
            </a:r>
          </a:p>
        </p:txBody>
      </p:sp>
      <p:sp>
        <p:nvSpPr>
          <p:cNvPr id="9" name="Tijdelijke aanduiding voor tekst 16">
            <a:extLst>
              <a:ext uri="{FF2B5EF4-FFF2-40B4-BE49-F238E27FC236}">
                <a16:creationId xmlns:a16="http://schemas.microsoft.com/office/drawing/2014/main" id="{F8500A4B-DDC1-B2EA-7097-554042380879}"/>
              </a:ext>
            </a:extLst>
          </p:cNvPr>
          <p:cNvSpPr>
            <a:spLocks noGrp="1"/>
          </p:cNvSpPr>
          <p:nvPr>
            <p:ph type="body" sz="quarter" idx="16" hasCustomPrompt="1"/>
          </p:nvPr>
        </p:nvSpPr>
        <p:spPr>
          <a:xfrm>
            <a:off x="3562479" y="2593902"/>
            <a:ext cx="2528594" cy="1561132"/>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0" name="Tijdelijke aanduiding voor tekst 16">
            <a:extLst>
              <a:ext uri="{FF2B5EF4-FFF2-40B4-BE49-F238E27FC236}">
                <a16:creationId xmlns:a16="http://schemas.microsoft.com/office/drawing/2014/main" id="{97E807FF-A205-6082-4E6A-54C4A1DA28E4}"/>
              </a:ext>
            </a:extLst>
          </p:cNvPr>
          <p:cNvSpPr>
            <a:spLocks noGrp="1"/>
          </p:cNvSpPr>
          <p:nvPr>
            <p:ph type="body" sz="quarter" idx="17" hasCustomPrompt="1"/>
          </p:nvPr>
        </p:nvSpPr>
        <p:spPr>
          <a:xfrm>
            <a:off x="6287017" y="2595773"/>
            <a:ext cx="2528594" cy="1561132"/>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1" name="Tijdelijke aanduiding voor tekst 16">
            <a:extLst>
              <a:ext uri="{FF2B5EF4-FFF2-40B4-BE49-F238E27FC236}">
                <a16:creationId xmlns:a16="http://schemas.microsoft.com/office/drawing/2014/main" id="{50E87083-7BAC-0799-E12B-A3129D7BCF6B}"/>
              </a:ext>
            </a:extLst>
          </p:cNvPr>
          <p:cNvSpPr>
            <a:spLocks noGrp="1"/>
          </p:cNvSpPr>
          <p:nvPr>
            <p:ph type="body" sz="quarter" idx="18" hasCustomPrompt="1"/>
          </p:nvPr>
        </p:nvSpPr>
        <p:spPr>
          <a:xfrm>
            <a:off x="837940" y="2233846"/>
            <a:ext cx="2528594" cy="320431"/>
          </a:xfrm>
        </p:spPr>
        <p:txBody>
          <a:bodyPr/>
          <a:lstStyle>
            <a:lvl1pPr>
              <a:defRPr sz="1200" b="1" i="0">
                <a:solidFill>
                  <a:schemeClr val="bg1"/>
                </a:solidFill>
                <a:latin typeface="Belfius21 SemiBold" pitchFamily="2" charset="77"/>
              </a:defRPr>
            </a:lvl1pPr>
          </a:lstStyle>
          <a:p>
            <a:pPr lvl="0"/>
            <a:r>
              <a:rPr lang="nl-NL" dirty="0"/>
              <a:t>Motion &amp; </a:t>
            </a:r>
            <a:r>
              <a:rPr lang="nl-NL" dirty="0" err="1"/>
              <a:t>Emotion</a:t>
            </a:r>
            <a:r>
              <a:rPr lang="nl-NL" dirty="0"/>
              <a:t>.</a:t>
            </a:r>
          </a:p>
          <a:p>
            <a:pPr lvl="0"/>
            <a:endParaRPr lang="nl-NL" dirty="0"/>
          </a:p>
        </p:txBody>
      </p:sp>
      <p:sp>
        <p:nvSpPr>
          <p:cNvPr id="12" name="Tijdelijke aanduiding voor tekst 16">
            <a:extLst>
              <a:ext uri="{FF2B5EF4-FFF2-40B4-BE49-F238E27FC236}">
                <a16:creationId xmlns:a16="http://schemas.microsoft.com/office/drawing/2014/main" id="{380B4A3F-10DB-351E-2783-A8CC9E3BABEC}"/>
              </a:ext>
            </a:extLst>
          </p:cNvPr>
          <p:cNvSpPr>
            <a:spLocks noGrp="1"/>
          </p:cNvSpPr>
          <p:nvPr>
            <p:ph type="body" sz="quarter" idx="19" hasCustomPrompt="1"/>
          </p:nvPr>
        </p:nvSpPr>
        <p:spPr>
          <a:xfrm>
            <a:off x="3562479" y="2230755"/>
            <a:ext cx="2528594" cy="320431"/>
          </a:xfrm>
        </p:spPr>
        <p:txBody>
          <a:bodyPr/>
          <a:lstStyle>
            <a:lvl1pPr>
              <a:defRPr sz="1200" b="1" i="0">
                <a:solidFill>
                  <a:schemeClr val="bg1"/>
                </a:solidFill>
                <a:latin typeface="Belfius21 SemiBold" pitchFamily="2" charset="77"/>
              </a:defRPr>
            </a:lvl1pPr>
          </a:lstStyle>
          <a:p>
            <a:pPr lvl="0"/>
            <a:r>
              <a:rPr lang="nl-NL" dirty="0" err="1"/>
              <a:t>Materiality</a:t>
            </a:r>
            <a:r>
              <a:rPr lang="nl-NL" dirty="0"/>
              <a:t>.</a:t>
            </a:r>
          </a:p>
          <a:p>
            <a:pPr lvl="0"/>
            <a:endParaRPr lang="nl-NL" dirty="0"/>
          </a:p>
        </p:txBody>
      </p:sp>
      <p:sp>
        <p:nvSpPr>
          <p:cNvPr id="13" name="Tijdelijke aanduiding voor tekst 16">
            <a:extLst>
              <a:ext uri="{FF2B5EF4-FFF2-40B4-BE49-F238E27FC236}">
                <a16:creationId xmlns:a16="http://schemas.microsoft.com/office/drawing/2014/main" id="{1167CFFB-99AC-55C1-4774-B7965E073198}"/>
              </a:ext>
            </a:extLst>
          </p:cNvPr>
          <p:cNvSpPr>
            <a:spLocks noGrp="1"/>
          </p:cNvSpPr>
          <p:nvPr>
            <p:ph type="body" sz="quarter" idx="20" hasCustomPrompt="1"/>
          </p:nvPr>
        </p:nvSpPr>
        <p:spPr>
          <a:xfrm>
            <a:off x="6287017" y="2224831"/>
            <a:ext cx="2528594" cy="320431"/>
          </a:xfrm>
        </p:spPr>
        <p:txBody>
          <a:bodyPr/>
          <a:lstStyle>
            <a:lvl1pPr>
              <a:defRPr sz="1200" b="1" i="0">
                <a:solidFill>
                  <a:schemeClr val="bg1"/>
                </a:solidFill>
                <a:latin typeface="Belfius21 SemiBold" pitchFamily="2" charset="77"/>
              </a:defRPr>
            </a:lvl1pPr>
          </a:lstStyle>
          <a:p>
            <a:pPr lvl="0"/>
            <a:r>
              <a:rPr lang="nl-NL" dirty="0" err="1"/>
              <a:t>Legacy</a:t>
            </a:r>
            <a:endParaRPr lang="nl-NL" dirty="0"/>
          </a:p>
          <a:p>
            <a:pPr lvl="0"/>
            <a:endParaRPr lang="nl-NL" dirty="0"/>
          </a:p>
        </p:txBody>
      </p:sp>
      <p:sp>
        <p:nvSpPr>
          <p:cNvPr id="14" name="Tekstvak 13">
            <a:extLst>
              <a:ext uri="{FF2B5EF4-FFF2-40B4-BE49-F238E27FC236}">
                <a16:creationId xmlns:a16="http://schemas.microsoft.com/office/drawing/2014/main" id="{21C78DEF-29AB-D89A-62E0-F9ADB70DD6D9}"/>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2216006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5_Diapositive de titre">
    <p:spTree>
      <p:nvGrpSpPr>
        <p:cNvPr id="1" name=""/>
        <p:cNvGrpSpPr/>
        <p:nvPr/>
      </p:nvGrpSpPr>
      <p:grpSpPr>
        <a:xfrm>
          <a:off x="0" y="0"/>
          <a:ext cx="0" cy="0"/>
          <a:chOff x="0" y="0"/>
          <a:chExt cx="0" cy="0"/>
        </a:xfrm>
      </p:grpSpPr>
      <p:pic>
        <p:nvPicPr>
          <p:cNvPr id="3" name="Afbeelding 2" descr="Afbeelding met schermopname, Graphics, Kleurrijkheid, ontwerp&#10;&#10;Door AI gegenereerde inhoud is mogelijk onjuist.">
            <a:extLst>
              <a:ext uri="{FF2B5EF4-FFF2-40B4-BE49-F238E27FC236}">
                <a16:creationId xmlns:a16="http://schemas.microsoft.com/office/drawing/2014/main" id="{8AFCFFBB-5219-9D68-E17B-D465F4006E7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2893" y="322809"/>
            <a:ext cx="362647" cy="312152"/>
          </a:xfrm>
          <a:prstGeom prst="rect">
            <a:avLst/>
          </a:prstGeom>
        </p:spPr>
      </p:pic>
      <p:sp>
        <p:nvSpPr>
          <p:cNvPr id="5" name="Tijdelijke aanduiding voor tekst 22">
            <a:extLst>
              <a:ext uri="{FF2B5EF4-FFF2-40B4-BE49-F238E27FC236}">
                <a16:creationId xmlns:a16="http://schemas.microsoft.com/office/drawing/2014/main" id="{BF62108B-B399-ABDA-47BF-FF5B42120431}"/>
              </a:ext>
            </a:extLst>
          </p:cNvPr>
          <p:cNvSpPr>
            <a:spLocks noGrp="1"/>
          </p:cNvSpPr>
          <p:nvPr>
            <p:ph type="body" sz="quarter" idx="13" hasCustomPrompt="1"/>
          </p:nvPr>
        </p:nvSpPr>
        <p:spPr>
          <a:xfrm>
            <a:off x="1537270" y="622646"/>
            <a:ext cx="5446866" cy="226751"/>
          </a:xfrm>
        </p:spPr>
        <p:txBody>
          <a:bodyPr>
            <a:noAutofit/>
          </a:bodyPr>
          <a:lstStyle>
            <a:lvl1pPr>
              <a:defRPr sz="1350">
                <a:solidFill>
                  <a:schemeClr val="accent1"/>
                </a:solidFill>
              </a:defRPr>
            </a:lvl1pPr>
            <a:lvl2pPr marL="207913" indent="0">
              <a:buFontTx/>
              <a:buNone/>
              <a:defRPr sz="900"/>
            </a:lvl2pPr>
          </a:lstStyle>
          <a:p>
            <a:pPr lvl="0"/>
            <a:r>
              <a:rPr lang="nl-NL" dirty="0"/>
              <a:t>01</a:t>
            </a:r>
          </a:p>
        </p:txBody>
      </p:sp>
      <p:sp>
        <p:nvSpPr>
          <p:cNvPr id="6" name="Tijdelijke aanduiding voor tekst 16">
            <a:extLst>
              <a:ext uri="{FF2B5EF4-FFF2-40B4-BE49-F238E27FC236}">
                <a16:creationId xmlns:a16="http://schemas.microsoft.com/office/drawing/2014/main" id="{DF82EBDD-0966-4132-3F08-64FFE5C06C41}"/>
              </a:ext>
            </a:extLst>
          </p:cNvPr>
          <p:cNvSpPr>
            <a:spLocks noGrp="1"/>
          </p:cNvSpPr>
          <p:nvPr>
            <p:ph type="body" sz="quarter" idx="12" hasCustomPrompt="1"/>
          </p:nvPr>
        </p:nvSpPr>
        <p:spPr>
          <a:xfrm>
            <a:off x="1531330" y="1140578"/>
            <a:ext cx="5452807" cy="558627"/>
          </a:xfrm>
        </p:spPr>
        <p:txBody>
          <a:bodyPr/>
          <a:lstStyle>
            <a:lvl1pPr>
              <a:defRPr sz="90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7" name="Tijdelijke aanduiding voor tekst 22">
            <a:extLst>
              <a:ext uri="{FF2B5EF4-FFF2-40B4-BE49-F238E27FC236}">
                <a16:creationId xmlns:a16="http://schemas.microsoft.com/office/drawing/2014/main" id="{3CA43C66-2FF7-F439-2CFC-C0ECF36F55A3}"/>
              </a:ext>
            </a:extLst>
          </p:cNvPr>
          <p:cNvSpPr>
            <a:spLocks noGrp="1"/>
          </p:cNvSpPr>
          <p:nvPr>
            <p:ph type="body" sz="quarter" idx="14" hasCustomPrompt="1"/>
          </p:nvPr>
        </p:nvSpPr>
        <p:spPr>
          <a:xfrm>
            <a:off x="1531220" y="2005818"/>
            <a:ext cx="5458858" cy="226751"/>
          </a:xfrm>
        </p:spPr>
        <p:txBody>
          <a:bodyPr>
            <a:noAutofit/>
          </a:bodyPr>
          <a:lstStyle>
            <a:lvl1pPr>
              <a:defRPr sz="1350">
                <a:solidFill>
                  <a:schemeClr val="accent1"/>
                </a:solidFill>
              </a:defRPr>
            </a:lvl1pPr>
            <a:lvl2pPr marL="207913" indent="0">
              <a:buFontTx/>
              <a:buNone/>
              <a:defRPr sz="900"/>
            </a:lvl2pPr>
          </a:lstStyle>
          <a:p>
            <a:pPr lvl="0"/>
            <a:r>
              <a:rPr lang="nl-NL" dirty="0"/>
              <a:t>02</a:t>
            </a:r>
          </a:p>
        </p:txBody>
      </p:sp>
      <p:sp>
        <p:nvSpPr>
          <p:cNvPr id="8" name="Tijdelijke aanduiding voor tekst 22">
            <a:extLst>
              <a:ext uri="{FF2B5EF4-FFF2-40B4-BE49-F238E27FC236}">
                <a16:creationId xmlns:a16="http://schemas.microsoft.com/office/drawing/2014/main" id="{8AAEDA25-80CC-2745-B4EC-8242F972C695}"/>
              </a:ext>
            </a:extLst>
          </p:cNvPr>
          <p:cNvSpPr>
            <a:spLocks noGrp="1"/>
          </p:cNvSpPr>
          <p:nvPr>
            <p:ph type="body" sz="quarter" idx="15" hasCustomPrompt="1"/>
          </p:nvPr>
        </p:nvSpPr>
        <p:spPr>
          <a:xfrm>
            <a:off x="1531219" y="3411059"/>
            <a:ext cx="5446864" cy="226751"/>
          </a:xfrm>
        </p:spPr>
        <p:txBody>
          <a:bodyPr>
            <a:noAutofit/>
          </a:bodyPr>
          <a:lstStyle>
            <a:lvl1pPr>
              <a:defRPr sz="1350">
                <a:solidFill>
                  <a:schemeClr val="accent1"/>
                </a:solidFill>
              </a:defRPr>
            </a:lvl1pPr>
            <a:lvl2pPr marL="207913" indent="0">
              <a:buFontTx/>
              <a:buNone/>
              <a:defRPr sz="900"/>
            </a:lvl2pPr>
          </a:lstStyle>
          <a:p>
            <a:pPr lvl="0"/>
            <a:r>
              <a:rPr lang="nl-NL" dirty="0"/>
              <a:t>03</a:t>
            </a:r>
          </a:p>
        </p:txBody>
      </p:sp>
      <p:sp>
        <p:nvSpPr>
          <p:cNvPr id="9" name="Tijdelijke aanduiding voor tekst 16">
            <a:extLst>
              <a:ext uri="{FF2B5EF4-FFF2-40B4-BE49-F238E27FC236}">
                <a16:creationId xmlns:a16="http://schemas.microsoft.com/office/drawing/2014/main" id="{F8500A4B-DDC1-B2EA-7097-554042380879}"/>
              </a:ext>
            </a:extLst>
          </p:cNvPr>
          <p:cNvSpPr>
            <a:spLocks noGrp="1"/>
          </p:cNvSpPr>
          <p:nvPr>
            <p:ph type="body" sz="quarter" idx="16" hasCustomPrompt="1"/>
          </p:nvPr>
        </p:nvSpPr>
        <p:spPr>
          <a:xfrm>
            <a:off x="1531219" y="2539182"/>
            <a:ext cx="5446865" cy="558627"/>
          </a:xfrm>
        </p:spPr>
        <p:txBody>
          <a:bodyPr>
            <a:normAutofit/>
          </a:bodyPr>
          <a:lstStyle>
            <a:lvl1pPr>
              <a:defRPr sz="90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0" name="Tijdelijke aanduiding voor tekst 16">
            <a:extLst>
              <a:ext uri="{FF2B5EF4-FFF2-40B4-BE49-F238E27FC236}">
                <a16:creationId xmlns:a16="http://schemas.microsoft.com/office/drawing/2014/main" id="{97E807FF-A205-6082-4E6A-54C4A1DA28E4}"/>
              </a:ext>
            </a:extLst>
          </p:cNvPr>
          <p:cNvSpPr>
            <a:spLocks noGrp="1"/>
          </p:cNvSpPr>
          <p:nvPr>
            <p:ph type="body" sz="quarter" idx="17" hasCustomPrompt="1"/>
          </p:nvPr>
        </p:nvSpPr>
        <p:spPr>
          <a:xfrm>
            <a:off x="1531218" y="3937901"/>
            <a:ext cx="5446865" cy="558627"/>
          </a:xfrm>
        </p:spPr>
        <p:txBody>
          <a:bodyPr>
            <a:normAutofit/>
          </a:bodyPr>
          <a:lstStyle>
            <a:lvl1pPr>
              <a:defRPr sz="90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1" name="Tijdelijke aanduiding voor tekst 16">
            <a:extLst>
              <a:ext uri="{FF2B5EF4-FFF2-40B4-BE49-F238E27FC236}">
                <a16:creationId xmlns:a16="http://schemas.microsoft.com/office/drawing/2014/main" id="{50E87083-7BAC-0799-E12B-A3129D7BCF6B}"/>
              </a:ext>
            </a:extLst>
          </p:cNvPr>
          <p:cNvSpPr>
            <a:spLocks noGrp="1"/>
          </p:cNvSpPr>
          <p:nvPr>
            <p:ph type="body" sz="quarter" idx="18" hasCustomPrompt="1"/>
          </p:nvPr>
        </p:nvSpPr>
        <p:spPr>
          <a:xfrm>
            <a:off x="1537269" y="820147"/>
            <a:ext cx="5446867" cy="320431"/>
          </a:xfrm>
        </p:spPr>
        <p:txBody>
          <a:bodyPr/>
          <a:lstStyle>
            <a:lvl1pPr>
              <a:defRPr sz="1200" b="1" i="0">
                <a:gradFill>
                  <a:gsLst>
                    <a:gs pos="28000">
                      <a:srgbClr val="C80047"/>
                    </a:gs>
                    <a:gs pos="0">
                      <a:srgbClr val="8D193C"/>
                    </a:gs>
                    <a:gs pos="48000">
                      <a:srgbClr val="CE004E"/>
                    </a:gs>
                    <a:gs pos="85000">
                      <a:srgbClr val="EB0171"/>
                    </a:gs>
                  </a:gsLst>
                  <a:lin ang="0" scaled="0"/>
                </a:gradFill>
                <a:latin typeface="Belfius21 SemiBold" pitchFamily="2" charset="77"/>
              </a:defRPr>
            </a:lvl1pPr>
          </a:lstStyle>
          <a:p>
            <a:pPr lvl="0"/>
            <a:r>
              <a:rPr lang="nl-NL" dirty="0"/>
              <a:t>Motion &amp; </a:t>
            </a:r>
            <a:r>
              <a:rPr lang="nl-NL" dirty="0" err="1"/>
              <a:t>Emotion</a:t>
            </a:r>
            <a:r>
              <a:rPr lang="nl-NL" dirty="0"/>
              <a:t>.</a:t>
            </a:r>
          </a:p>
          <a:p>
            <a:pPr lvl="0"/>
            <a:endParaRPr lang="nl-NL" dirty="0"/>
          </a:p>
        </p:txBody>
      </p:sp>
      <p:sp>
        <p:nvSpPr>
          <p:cNvPr id="12" name="Tijdelijke aanduiding voor tekst 16">
            <a:extLst>
              <a:ext uri="{FF2B5EF4-FFF2-40B4-BE49-F238E27FC236}">
                <a16:creationId xmlns:a16="http://schemas.microsoft.com/office/drawing/2014/main" id="{380B4A3F-10DB-351E-2783-A8CC9E3BABEC}"/>
              </a:ext>
            </a:extLst>
          </p:cNvPr>
          <p:cNvSpPr>
            <a:spLocks noGrp="1"/>
          </p:cNvSpPr>
          <p:nvPr>
            <p:ph type="body" sz="quarter" idx="19" hasCustomPrompt="1"/>
          </p:nvPr>
        </p:nvSpPr>
        <p:spPr>
          <a:xfrm>
            <a:off x="1531220" y="2200082"/>
            <a:ext cx="5458858" cy="320431"/>
          </a:xfrm>
        </p:spPr>
        <p:txBody>
          <a:bodyPr/>
          <a:lstStyle>
            <a:lvl1pPr>
              <a:defRPr sz="1200" b="1" i="0">
                <a:gradFill>
                  <a:gsLst>
                    <a:gs pos="28000">
                      <a:srgbClr val="C80047"/>
                    </a:gs>
                    <a:gs pos="0">
                      <a:srgbClr val="8D193C"/>
                    </a:gs>
                    <a:gs pos="48000">
                      <a:srgbClr val="CE004E"/>
                    </a:gs>
                    <a:gs pos="85000">
                      <a:srgbClr val="EB0171"/>
                    </a:gs>
                  </a:gsLst>
                  <a:lin ang="0" scaled="0"/>
                </a:gradFill>
                <a:latin typeface="Belfius21 SemiBold" pitchFamily="2" charset="77"/>
              </a:defRPr>
            </a:lvl1pPr>
          </a:lstStyle>
          <a:p>
            <a:pPr lvl="0"/>
            <a:r>
              <a:rPr lang="nl-NL" dirty="0" err="1"/>
              <a:t>Materiality</a:t>
            </a:r>
            <a:r>
              <a:rPr lang="nl-NL" dirty="0"/>
              <a:t>.</a:t>
            </a:r>
          </a:p>
          <a:p>
            <a:pPr lvl="0"/>
            <a:endParaRPr lang="nl-NL" dirty="0"/>
          </a:p>
        </p:txBody>
      </p:sp>
      <p:sp>
        <p:nvSpPr>
          <p:cNvPr id="13" name="Tijdelijke aanduiding voor tekst 16">
            <a:extLst>
              <a:ext uri="{FF2B5EF4-FFF2-40B4-BE49-F238E27FC236}">
                <a16:creationId xmlns:a16="http://schemas.microsoft.com/office/drawing/2014/main" id="{1167CFFB-99AC-55C1-4774-B7965E073198}"/>
              </a:ext>
            </a:extLst>
          </p:cNvPr>
          <p:cNvSpPr>
            <a:spLocks noGrp="1"/>
          </p:cNvSpPr>
          <p:nvPr>
            <p:ph type="body" sz="quarter" idx="20" hasCustomPrompt="1"/>
          </p:nvPr>
        </p:nvSpPr>
        <p:spPr>
          <a:xfrm>
            <a:off x="1531219" y="3597967"/>
            <a:ext cx="5446864" cy="320431"/>
          </a:xfrm>
        </p:spPr>
        <p:txBody>
          <a:bodyPr/>
          <a:lstStyle>
            <a:lvl1pPr>
              <a:defRPr sz="1200" b="1" i="0">
                <a:gradFill>
                  <a:gsLst>
                    <a:gs pos="28000">
                      <a:srgbClr val="C80047"/>
                    </a:gs>
                    <a:gs pos="0">
                      <a:srgbClr val="8D193C"/>
                    </a:gs>
                    <a:gs pos="48000">
                      <a:srgbClr val="CE004E"/>
                    </a:gs>
                    <a:gs pos="85000">
                      <a:srgbClr val="EB0171"/>
                    </a:gs>
                  </a:gsLst>
                  <a:lin ang="0" scaled="0"/>
                </a:gradFill>
                <a:latin typeface="Belfius21 SemiBold" pitchFamily="2" charset="77"/>
              </a:defRPr>
            </a:lvl1pPr>
          </a:lstStyle>
          <a:p>
            <a:pPr lvl="0"/>
            <a:r>
              <a:rPr lang="nl-NL" dirty="0" err="1"/>
              <a:t>Legacy</a:t>
            </a:r>
            <a:endParaRPr lang="nl-NL" dirty="0"/>
          </a:p>
          <a:p>
            <a:pPr lvl="0"/>
            <a:endParaRPr lang="nl-NL" dirty="0"/>
          </a:p>
        </p:txBody>
      </p:sp>
      <p:cxnSp>
        <p:nvCxnSpPr>
          <p:cNvPr id="17" name="Rechte verbindingslijn 16">
            <a:extLst>
              <a:ext uri="{FF2B5EF4-FFF2-40B4-BE49-F238E27FC236}">
                <a16:creationId xmlns:a16="http://schemas.microsoft.com/office/drawing/2014/main" id="{BE261DD8-0CFD-D141-FE15-2967AFD2FD98}"/>
              </a:ext>
            </a:extLst>
          </p:cNvPr>
          <p:cNvCxnSpPr/>
          <p:nvPr userDrawn="1"/>
        </p:nvCxnSpPr>
        <p:spPr>
          <a:xfrm>
            <a:off x="1630576" y="1827807"/>
            <a:ext cx="302311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Rechte verbindingslijn 17">
            <a:extLst>
              <a:ext uri="{FF2B5EF4-FFF2-40B4-BE49-F238E27FC236}">
                <a16:creationId xmlns:a16="http://schemas.microsoft.com/office/drawing/2014/main" id="{72D67FC1-725D-836B-CDC1-CE145AA63472}"/>
              </a:ext>
            </a:extLst>
          </p:cNvPr>
          <p:cNvCxnSpPr/>
          <p:nvPr userDrawn="1"/>
        </p:nvCxnSpPr>
        <p:spPr>
          <a:xfrm>
            <a:off x="1630576" y="3233863"/>
            <a:ext cx="302311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kstvak 18">
            <a:extLst>
              <a:ext uri="{FF2B5EF4-FFF2-40B4-BE49-F238E27FC236}">
                <a16:creationId xmlns:a16="http://schemas.microsoft.com/office/drawing/2014/main" id="{90AA315C-9C23-24FB-4FF2-F2CEAC508ABB}"/>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25012769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4_Diapositive de titre">
    <p:spTree>
      <p:nvGrpSpPr>
        <p:cNvPr id="1" name=""/>
        <p:cNvGrpSpPr/>
        <p:nvPr/>
      </p:nvGrpSpPr>
      <p:grpSpPr>
        <a:xfrm>
          <a:off x="0" y="0"/>
          <a:ext cx="0" cy="0"/>
          <a:chOff x="0" y="0"/>
          <a:chExt cx="0" cy="0"/>
        </a:xfrm>
      </p:grpSpPr>
      <p:pic>
        <p:nvPicPr>
          <p:cNvPr id="3" name="Afbeelding 2" descr="Afbeelding met schermopname, Graphics, Kleurrijkheid, ontwerp&#10;&#10;Door AI gegenereerde inhoud is mogelijk onjuist.">
            <a:extLst>
              <a:ext uri="{FF2B5EF4-FFF2-40B4-BE49-F238E27FC236}">
                <a16:creationId xmlns:a16="http://schemas.microsoft.com/office/drawing/2014/main" id="{C810DFC0-7877-4299-32F9-CB4D67BE00F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2893" y="322809"/>
            <a:ext cx="362647" cy="312152"/>
          </a:xfrm>
          <a:prstGeom prst="rect">
            <a:avLst/>
          </a:prstGeom>
        </p:spPr>
      </p:pic>
      <p:sp>
        <p:nvSpPr>
          <p:cNvPr id="4" name="Titel 6">
            <a:extLst>
              <a:ext uri="{FF2B5EF4-FFF2-40B4-BE49-F238E27FC236}">
                <a16:creationId xmlns:a16="http://schemas.microsoft.com/office/drawing/2014/main" id="{D0A93430-1CFE-A1DE-9F29-DEB050E07C88}"/>
              </a:ext>
            </a:extLst>
          </p:cNvPr>
          <p:cNvSpPr>
            <a:spLocks noGrp="1"/>
          </p:cNvSpPr>
          <p:nvPr>
            <p:ph type="title" hasCustomPrompt="1"/>
          </p:nvPr>
        </p:nvSpPr>
        <p:spPr>
          <a:xfrm>
            <a:off x="837940" y="263441"/>
            <a:ext cx="7886700" cy="430888"/>
          </a:xfrm>
          <a:prstGeom prst="rect">
            <a:avLst/>
          </a:prstGeom>
        </p:spPr>
        <p:txBody>
          <a:bodyPr/>
          <a:lstStyle>
            <a:lvl1pPr>
              <a:defRPr sz="2200" b="1" i="0">
                <a:gradFill>
                  <a:gsLst>
                    <a:gs pos="0">
                      <a:srgbClr val="C10040"/>
                    </a:gs>
                    <a:gs pos="33000">
                      <a:srgbClr val="CE004E"/>
                    </a:gs>
                    <a:gs pos="85000">
                      <a:srgbClr val="EB0171"/>
                    </a:gs>
                  </a:gsLst>
                  <a:lin ang="16800000" scaled="0"/>
                </a:gradFill>
                <a:latin typeface="Belfius21" pitchFamily="2" charset="77"/>
              </a:defRPr>
            </a:lvl1pPr>
          </a:lstStyle>
          <a:p>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p:txBody>
      </p:sp>
      <p:sp>
        <p:nvSpPr>
          <p:cNvPr id="5" name="Tijdelijke aanduiding voor tekst 22">
            <a:extLst>
              <a:ext uri="{FF2B5EF4-FFF2-40B4-BE49-F238E27FC236}">
                <a16:creationId xmlns:a16="http://schemas.microsoft.com/office/drawing/2014/main" id="{0928C81F-2AB2-399A-E194-9E9A5D0031E7}"/>
              </a:ext>
            </a:extLst>
          </p:cNvPr>
          <p:cNvSpPr>
            <a:spLocks noGrp="1"/>
          </p:cNvSpPr>
          <p:nvPr>
            <p:ph type="body" sz="quarter" idx="13" hasCustomPrompt="1"/>
          </p:nvPr>
        </p:nvSpPr>
        <p:spPr>
          <a:xfrm>
            <a:off x="837940" y="1851605"/>
            <a:ext cx="2528595" cy="226751"/>
          </a:xfrm>
        </p:spPr>
        <p:txBody>
          <a:bodyPr>
            <a:noAutofit/>
          </a:bodyPr>
          <a:lstStyle>
            <a:lvl1pPr>
              <a:defRPr sz="1350">
                <a:solidFill>
                  <a:schemeClr val="tx1"/>
                </a:solidFill>
              </a:defRPr>
            </a:lvl1pPr>
            <a:lvl2pPr marL="207913" indent="0">
              <a:buFontTx/>
              <a:buNone/>
              <a:defRPr sz="900"/>
            </a:lvl2pPr>
          </a:lstStyle>
          <a:p>
            <a:pPr lvl="0"/>
            <a:r>
              <a:rPr lang="nl-NL" dirty="0"/>
              <a:t>01</a:t>
            </a:r>
          </a:p>
        </p:txBody>
      </p:sp>
      <p:sp>
        <p:nvSpPr>
          <p:cNvPr id="6" name="Tijdelijke aanduiding voor tekst 16">
            <a:extLst>
              <a:ext uri="{FF2B5EF4-FFF2-40B4-BE49-F238E27FC236}">
                <a16:creationId xmlns:a16="http://schemas.microsoft.com/office/drawing/2014/main" id="{B0A08F71-F635-35BA-280C-ECBAAD6050A0}"/>
              </a:ext>
            </a:extLst>
          </p:cNvPr>
          <p:cNvSpPr>
            <a:spLocks noGrp="1"/>
          </p:cNvSpPr>
          <p:nvPr>
            <p:ph type="body" sz="quarter" idx="12" hasCustomPrompt="1"/>
          </p:nvPr>
        </p:nvSpPr>
        <p:spPr>
          <a:xfrm>
            <a:off x="837940" y="2593902"/>
            <a:ext cx="2528594" cy="1561132"/>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7" name="Tijdelijke aanduiding voor tekst 22">
            <a:extLst>
              <a:ext uri="{FF2B5EF4-FFF2-40B4-BE49-F238E27FC236}">
                <a16:creationId xmlns:a16="http://schemas.microsoft.com/office/drawing/2014/main" id="{B353382B-50F8-D506-84CA-D4569EA48EE4}"/>
              </a:ext>
            </a:extLst>
          </p:cNvPr>
          <p:cNvSpPr>
            <a:spLocks noGrp="1"/>
          </p:cNvSpPr>
          <p:nvPr>
            <p:ph type="body" sz="quarter" idx="14" hasCustomPrompt="1"/>
          </p:nvPr>
        </p:nvSpPr>
        <p:spPr>
          <a:xfrm>
            <a:off x="3562480" y="1851605"/>
            <a:ext cx="2528595" cy="226751"/>
          </a:xfrm>
        </p:spPr>
        <p:txBody>
          <a:bodyPr>
            <a:noAutofit/>
          </a:bodyPr>
          <a:lstStyle>
            <a:lvl1pPr>
              <a:defRPr sz="1350">
                <a:solidFill>
                  <a:schemeClr val="tx1"/>
                </a:solidFill>
              </a:defRPr>
            </a:lvl1pPr>
            <a:lvl2pPr marL="207913" indent="0">
              <a:buFontTx/>
              <a:buNone/>
              <a:defRPr sz="900"/>
            </a:lvl2pPr>
          </a:lstStyle>
          <a:p>
            <a:pPr lvl="0"/>
            <a:r>
              <a:rPr lang="nl-NL" dirty="0"/>
              <a:t>02</a:t>
            </a:r>
          </a:p>
        </p:txBody>
      </p:sp>
      <p:sp>
        <p:nvSpPr>
          <p:cNvPr id="8" name="Tijdelijke aanduiding voor tekst 22">
            <a:extLst>
              <a:ext uri="{FF2B5EF4-FFF2-40B4-BE49-F238E27FC236}">
                <a16:creationId xmlns:a16="http://schemas.microsoft.com/office/drawing/2014/main" id="{9FD584B9-BDE0-AF32-4585-440805FE8BA5}"/>
              </a:ext>
            </a:extLst>
          </p:cNvPr>
          <p:cNvSpPr>
            <a:spLocks noGrp="1"/>
          </p:cNvSpPr>
          <p:nvPr>
            <p:ph type="body" sz="quarter" idx="15" hasCustomPrompt="1"/>
          </p:nvPr>
        </p:nvSpPr>
        <p:spPr>
          <a:xfrm>
            <a:off x="6287020" y="1851604"/>
            <a:ext cx="2528595" cy="226751"/>
          </a:xfrm>
        </p:spPr>
        <p:txBody>
          <a:bodyPr>
            <a:noAutofit/>
          </a:bodyPr>
          <a:lstStyle>
            <a:lvl1pPr>
              <a:defRPr sz="1350">
                <a:solidFill>
                  <a:schemeClr val="tx1"/>
                </a:solidFill>
              </a:defRPr>
            </a:lvl1pPr>
            <a:lvl2pPr marL="207913" indent="0">
              <a:buFontTx/>
              <a:buNone/>
              <a:defRPr sz="900"/>
            </a:lvl2pPr>
          </a:lstStyle>
          <a:p>
            <a:pPr lvl="0"/>
            <a:r>
              <a:rPr lang="nl-NL" dirty="0"/>
              <a:t>03</a:t>
            </a:r>
          </a:p>
        </p:txBody>
      </p:sp>
      <p:sp>
        <p:nvSpPr>
          <p:cNvPr id="9" name="Tijdelijke aanduiding voor tekst 16">
            <a:extLst>
              <a:ext uri="{FF2B5EF4-FFF2-40B4-BE49-F238E27FC236}">
                <a16:creationId xmlns:a16="http://schemas.microsoft.com/office/drawing/2014/main" id="{7AEF227E-A405-5D92-1957-C06185DABA27}"/>
              </a:ext>
            </a:extLst>
          </p:cNvPr>
          <p:cNvSpPr>
            <a:spLocks noGrp="1"/>
          </p:cNvSpPr>
          <p:nvPr>
            <p:ph type="body" sz="quarter" idx="16" hasCustomPrompt="1"/>
          </p:nvPr>
        </p:nvSpPr>
        <p:spPr>
          <a:xfrm>
            <a:off x="3562479" y="2593902"/>
            <a:ext cx="2528594" cy="1561132"/>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0" name="Tijdelijke aanduiding voor tekst 16">
            <a:extLst>
              <a:ext uri="{FF2B5EF4-FFF2-40B4-BE49-F238E27FC236}">
                <a16:creationId xmlns:a16="http://schemas.microsoft.com/office/drawing/2014/main" id="{364DED7C-AFCA-8E36-367D-C534748A3671}"/>
              </a:ext>
            </a:extLst>
          </p:cNvPr>
          <p:cNvSpPr>
            <a:spLocks noGrp="1"/>
          </p:cNvSpPr>
          <p:nvPr>
            <p:ph type="body" sz="quarter" idx="17" hasCustomPrompt="1"/>
          </p:nvPr>
        </p:nvSpPr>
        <p:spPr>
          <a:xfrm>
            <a:off x="6287017" y="2595773"/>
            <a:ext cx="2528594" cy="1561132"/>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1" name="Tijdelijke aanduiding voor tekst 16">
            <a:extLst>
              <a:ext uri="{FF2B5EF4-FFF2-40B4-BE49-F238E27FC236}">
                <a16:creationId xmlns:a16="http://schemas.microsoft.com/office/drawing/2014/main" id="{D1F35935-E4F0-0AE3-8E24-6C6CBC808734}"/>
              </a:ext>
            </a:extLst>
          </p:cNvPr>
          <p:cNvSpPr>
            <a:spLocks noGrp="1"/>
          </p:cNvSpPr>
          <p:nvPr>
            <p:ph type="body" sz="quarter" idx="18" hasCustomPrompt="1"/>
          </p:nvPr>
        </p:nvSpPr>
        <p:spPr>
          <a:xfrm>
            <a:off x="837940" y="2233846"/>
            <a:ext cx="2528594" cy="320431"/>
          </a:xfrm>
        </p:spPr>
        <p:txBody>
          <a:bodyPr/>
          <a:lstStyle>
            <a:lvl1pPr>
              <a:defRPr sz="1200" b="1" i="0">
                <a:solidFill>
                  <a:schemeClr val="bg1"/>
                </a:solidFill>
                <a:latin typeface="Belfius21 SemiBold" pitchFamily="2" charset="77"/>
              </a:defRPr>
            </a:lvl1pPr>
          </a:lstStyle>
          <a:p>
            <a:pPr lvl="0"/>
            <a:r>
              <a:rPr lang="nl-NL" dirty="0"/>
              <a:t>Motion &amp; </a:t>
            </a:r>
            <a:r>
              <a:rPr lang="nl-NL" dirty="0" err="1"/>
              <a:t>Emotion</a:t>
            </a:r>
            <a:r>
              <a:rPr lang="nl-NL" dirty="0"/>
              <a:t>.</a:t>
            </a:r>
          </a:p>
          <a:p>
            <a:pPr lvl="0"/>
            <a:endParaRPr lang="nl-NL" dirty="0"/>
          </a:p>
        </p:txBody>
      </p:sp>
      <p:sp>
        <p:nvSpPr>
          <p:cNvPr id="12" name="Tijdelijke aanduiding voor tekst 16">
            <a:extLst>
              <a:ext uri="{FF2B5EF4-FFF2-40B4-BE49-F238E27FC236}">
                <a16:creationId xmlns:a16="http://schemas.microsoft.com/office/drawing/2014/main" id="{4B16D4F8-7C9C-486D-66A8-2004E3BF1817}"/>
              </a:ext>
            </a:extLst>
          </p:cNvPr>
          <p:cNvSpPr>
            <a:spLocks noGrp="1"/>
          </p:cNvSpPr>
          <p:nvPr>
            <p:ph type="body" sz="quarter" idx="19" hasCustomPrompt="1"/>
          </p:nvPr>
        </p:nvSpPr>
        <p:spPr>
          <a:xfrm>
            <a:off x="3562479" y="2230755"/>
            <a:ext cx="2528594" cy="320431"/>
          </a:xfrm>
        </p:spPr>
        <p:txBody>
          <a:bodyPr/>
          <a:lstStyle>
            <a:lvl1pPr>
              <a:defRPr sz="1200" b="1" i="0">
                <a:solidFill>
                  <a:schemeClr val="bg1"/>
                </a:solidFill>
                <a:latin typeface="Belfius21 SemiBold" pitchFamily="2" charset="77"/>
              </a:defRPr>
            </a:lvl1pPr>
          </a:lstStyle>
          <a:p>
            <a:pPr lvl="0"/>
            <a:r>
              <a:rPr lang="nl-NL" dirty="0" err="1"/>
              <a:t>Materiality</a:t>
            </a:r>
            <a:r>
              <a:rPr lang="nl-NL" dirty="0"/>
              <a:t>.</a:t>
            </a:r>
          </a:p>
          <a:p>
            <a:pPr lvl="0"/>
            <a:endParaRPr lang="nl-NL" dirty="0"/>
          </a:p>
        </p:txBody>
      </p:sp>
      <p:sp>
        <p:nvSpPr>
          <p:cNvPr id="13" name="Tijdelijke aanduiding voor tekst 16">
            <a:extLst>
              <a:ext uri="{FF2B5EF4-FFF2-40B4-BE49-F238E27FC236}">
                <a16:creationId xmlns:a16="http://schemas.microsoft.com/office/drawing/2014/main" id="{277E8904-8ADB-EAAA-DD80-7DF5D09770A6}"/>
              </a:ext>
            </a:extLst>
          </p:cNvPr>
          <p:cNvSpPr>
            <a:spLocks noGrp="1"/>
          </p:cNvSpPr>
          <p:nvPr>
            <p:ph type="body" sz="quarter" idx="20" hasCustomPrompt="1"/>
          </p:nvPr>
        </p:nvSpPr>
        <p:spPr>
          <a:xfrm>
            <a:off x="6287017" y="2224831"/>
            <a:ext cx="2528594" cy="320431"/>
          </a:xfrm>
        </p:spPr>
        <p:txBody>
          <a:bodyPr/>
          <a:lstStyle>
            <a:lvl1pPr>
              <a:defRPr sz="1200" b="1" i="0">
                <a:solidFill>
                  <a:schemeClr val="bg1"/>
                </a:solidFill>
                <a:latin typeface="Belfius21 SemiBold" pitchFamily="2" charset="77"/>
              </a:defRPr>
            </a:lvl1pPr>
          </a:lstStyle>
          <a:p>
            <a:pPr lvl="0"/>
            <a:r>
              <a:rPr lang="nl-NL" dirty="0" err="1"/>
              <a:t>Legacy</a:t>
            </a:r>
            <a:endParaRPr lang="nl-NL" dirty="0"/>
          </a:p>
          <a:p>
            <a:pPr lvl="0"/>
            <a:endParaRPr lang="nl-NL" dirty="0"/>
          </a:p>
        </p:txBody>
      </p:sp>
      <p:sp>
        <p:nvSpPr>
          <p:cNvPr id="14" name="Tekstvak 13">
            <a:extLst>
              <a:ext uri="{FF2B5EF4-FFF2-40B4-BE49-F238E27FC236}">
                <a16:creationId xmlns:a16="http://schemas.microsoft.com/office/drawing/2014/main" id="{6492F401-2D43-BDF4-EA80-F09525BCF5CC}"/>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34149499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9_Diapositive de titre">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C9DAD4AF-7869-FB82-DC0B-7D6DD94693F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5088"/>
          </a:xfrm>
          <a:prstGeom prst="rect">
            <a:avLst/>
          </a:prstGeom>
        </p:spPr>
      </p:pic>
      <p:pic>
        <p:nvPicPr>
          <p:cNvPr id="5" name="Afbeelding 4" descr="Afbeelding met schermopname, Graphics, wit, ontwerp&#10;&#10;Automatisch gegenereerde beschrijving">
            <a:extLst>
              <a:ext uri="{FF2B5EF4-FFF2-40B4-BE49-F238E27FC236}">
                <a16:creationId xmlns:a16="http://schemas.microsoft.com/office/drawing/2014/main" id="{723B5BC3-8B66-F1B7-3A4B-47B0BF2C61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07226" y="412720"/>
            <a:ext cx="193979" cy="132329"/>
          </a:xfrm>
          <a:prstGeom prst="rect">
            <a:avLst/>
          </a:prstGeom>
        </p:spPr>
      </p:pic>
      <p:sp>
        <p:nvSpPr>
          <p:cNvPr id="6" name="Titel 6">
            <a:extLst>
              <a:ext uri="{FF2B5EF4-FFF2-40B4-BE49-F238E27FC236}">
                <a16:creationId xmlns:a16="http://schemas.microsoft.com/office/drawing/2014/main" id="{45443BBD-8299-6C44-0ADA-41457B4C5C70}"/>
              </a:ext>
            </a:extLst>
          </p:cNvPr>
          <p:cNvSpPr>
            <a:spLocks noGrp="1"/>
          </p:cNvSpPr>
          <p:nvPr>
            <p:ph type="title" hasCustomPrompt="1"/>
          </p:nvPr>
        </p:nvSpPr>
        <p:spPr>
          <a:xfrm>
            <a:off x="837940" y="263441"/>
            <a:ext cx="7886700" cy="430888"/>
          </a:xfrm>
          <a:prstGeom prst="rect">
            <a:avLst/>
          </a:prstGeom>
        </p:spPr>
        <p:txBody>
          <a:bodyPr/>
          <a:lstStyle>
            <a:lvl1pPr>
              <a:defRPr sz="2200" b="1" i="0">
                <a:solidFill>
                  <a:schemeClr val="bg2"/>
                </a:solidFill>
                <a:latin typeface="Belfius21" pitchFamily="2" charset="77"/>
              </a:defRPr>
            </a:lvl1pPr>
          </a:lstStyle>
          <a:p>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p:txBody>
      </p:sp>
      <p:sp>
        <p:nvSpPr>
          <p:cNvPr id="9" name="Tijdelijke aanduiding voor tekst 16">
            <a:extLst>
              <a:ext uri="{FF2B5EF4-FFF2-40B4-BE49-F238E27FC236}">
                <a16:creationId xmlns:a16="http://schemas.microsoft.com/office/drawing/2014/main" id="{E3E70C51-733D-C7F3-506C-A065CCB23AC4}"/>
              </a:ext>
            </a:extLst>
          </p:cNvPr>
          <p:cNvSpPr>
            <a:spLocks noGrp="1"/>
          </p:cNvSpPr>
          <p:nvPr>
            <p:ph type="body" sz="quarter" idx="12" hasCustomPrompt="1"/>
          </p:nvPr>
        </p:nvSpPr>
        <p:spPr>
          <a:xfrm>
            <a:off x="837940" y="1705351"/>
            <a:ext cx="5987142" cy="2802078"/>
          </a:xfrm>
        </p:spPr>
        <p:txBody>
          <a:bodyPr/>
          <a:lstStyle>
            <a:lvl1pPr>
              <a:defRPr sz="1050">
                <a:solidFill>
                  <a:schemeClr val="bg2"/>
                </a:solidFill>
              </a:defRPr>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0" name="Tijdelijke aanduiding voor tekst 16">
            <a:extLst>
              <a:ext uri="{FF2B5EF4-FFF2-40B4-BE49-F238E27FC236}">
                <a16:creationId xmlns:a16="http://schemas.microsoft.com/office/drawing/2014/main" id="{CBF382C8-FF74-E4AC-5AD8-1BDD776068B9}"/>
              </a:ext>
            </a:extLst>
          </p:cNvPr>
          <p:cNvSpPr>
            <a:spLocks noGrp="1"/>
          </p:cNvSpPr>
          <p:nvPr>
            <p:ph type="body" sz="quarter" idx="18" hasCustomPrompt="1"/>
          </p:nvPr>
        </p:nvSpPr>
        <p:spPr>
          <a:xfrm>
            <a:off x="837939" y="1335991"/>
            <a:ext cx="5987141" cy="320431"/>
          </a:xfrm>
        </p:spPr>
        <p:txBody>
          <a:bodyPr/>
          <a:lstStyle>
            <a:lvl1pPr>
              <a:defRPr sz="1200" b="1" i="0">
                <a:solidFill>
                  <a:schemeClr val="bg2"/>
                </a:solidFill>
                <a:latin typeface="Belfius21" pitchFamily="2" charset="77"/>
              </a:defRPr>
            </a:lvl1pPr>
          </a:lstStyle>
          <a:p>
            <a:pPr lvl="0"/>
            <a:r>
              <a:rPr lang="nl-NL" dirty="0"/>
              <a:t>Motion &amp; </a:t>
            </a:r>
            <a:r>
              <a:rPr lang="nl-NL" dirty="0" err="1"/>
              <a:t>Emotion</a:t>
            </a:r>
            <a:r>
              <a:rPr lang="nl-NL" dirty="0"/>
              <a:t>.</a:t>
            </a:r>
          </a:p>
          <a:p>
            <a:pPr lvl="0"/>
            <a:endParaRPr lang="nl-NL" dirty="0"/>
          </a:p>
        </p:txBody>
      </p:sp>
      <p:sp>
        <p:nvSpPr>
          <p:cNvPr id="11" name="Tekstvak 10">
            <a:extLst>
              <a:ext uri="{FF2B5EF4-FFF2-40B4-BE49-F238E27FC236}">
                <a16:creationId xmlns:a16="http://schemas.microsoft.com/office/drawing/2014/main" id="{9C0979CC-1BD9-8802-DF8F-C9642AF34F49}"/>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solidFill>
                  <a:schemeClr val="bg2"/>
                </a:solidFill>
              </a:rPr>
              <a:t>‹#›</a:t>
            </a:fld>
            <a:endParaRPr lang="nl-BE" sz="800" dirty="0">
              <a:solidFill>
                <a:schemeClr val="bg2"/>
              </a:solidFill>
            </a:endParaRPr>
          </a:p>
        </p:txBody>
      </p:sp>
    </p:spTree>
    <p:extLst>
      <p:ext uri="{BB962C8B-B14F-4D97-AF65-F5344CB8AC3E}">
        <p14:creationId xmlns:p14="http://schemas.microsoft.com/office/powerpoint/2010/main" val="25630776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6_Diapositive de titre">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62D166D-2F54-E110-8413-68DEA24032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94"/>
            <a:ext cx="9145412" cy="5144294"/>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19BC0E7C-1212-D9A6-62E0-88A460CBC28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07226" y="412720"/>
            <a:ext cx="193979" cy="132329"/>
          </a:xfrm>
          <a:prstGeom prst="rect">
            <a:avLst/>
          </a:prstGeom>
        </p:spPr>
      </p:pic>
      <p:sp>
        <p:nvSpPr>
          <p:cNvPr id="4" name="Tijdelijke aanduiding voor tekst 22">
            <a:extLst>
              <a:ext uri="{FF2B5EF4-FFF2-40B4-BE49-F238E27FC236}">
                <a16:creationId xmlns:a16="http://schemas.microsoft.com/office/drawing/2014/main" id="{49923360-4843-049A-6487-06491CF9E3E5}"/>
              </a:ext>
            </a:extLst>
          </p:cNvPr>
          <p:cNvSpPr>
            <a:spLocks noGrp="1"/>
          </p:cNvSpPr>
          <p:nvPr>
            <p:ph type="body" sz="quarter" idx="13" hasCustomPrompt="1"/>
          </p:nvPr>
        </p:nvSpPr>
        <p:spPr>
          <a:xfrm>
            <a:off x="1537270" y="622646"/>
            <a:ext cx="5446866" cy="226751"/>
          </a:xfrm>
        </p:spPr>
        <p:txBody>
          <a:bodyPr>
            <a:noAutofit/>
          </a:bodyPr>
          <a:lstStyle>
            <a:lvl1pPr>
              <a:defRPr sz="1350">
                <a:solidFill>
                  <a:schemeClr val="bg2"/>
                </a:solidFill>
              </a:defRPr>
            </a:lvl1pPr>
            <a:lvl2pPr marL="207913" indent="0">
              <a:buFontTx/>
              <a:buNone/>
              <a:defRPr sz="900"/>
            </a:lvl2pPr>
          </a:lstStyle>
          <a:p>
            <a:pPr lvl="0"/>
            <a:r>
              <a:rPr lang="nl-NL" dirty="0"/>
              <a:t>01</a:t>
            </a:r>
          </a:p>
        </p:txBody>
      </p:sp>
      <p:sp>
        <p:nvSpPr>
          <p:cNvPr id="5" name="Tijdelijke aanduiding voor tekst 16">
            <a:extLst>
              <a:ext uri="{FF2B5EF4-FFF2-40B4-BE49-F238E27FC236}">
                <a16:creationId xmlns:a16="http://schemas.microsoft.com/office/drawing/2014/main" id="{7B5A0DB9-4BF8-5AE6-891D-50D845F77A42}"/>
              </a:ext>
            </a:extLst>
          </p:cNvPr>
          <p:cNvSpPr>
            <a:spLocks noGrp="1"/>
          </p:cNvSpPr>
          <p:nvPr>
            <p:ph type="body" sz="quarter" idx="12" hasCustomPrompt="1"/>
          </p:nvPr>
        </p:nvSpPr>
        <p:spPr>
          <a:xfrm>
            <a:off x="1531330" y="1140578"/>
            <a:ext cx="5452807" cy="558627"/>
          </a:xfrm>
        </p:spPr>
        <p:txBody>
          <a:bodyPr/>
          <a:lstStyle>
            <a:lvl1pPr>
              <a:defRPr sz="900">
                <a:solidFill>
                  <a:schemeClr val="bg2"/>
                </a:solidFill>
              </a:defRPr>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6" name="Tijdelijke aanduiding voor tekst 22">
            <a:extLst>
              <a:ext uri="{FF2B5EF4-FFF2-40B4-BE49-F238E27FC236}">
                <a16:creationId xmlns:a16="http://schemas.microsoft.com/office/drawing/2014/main" id="{40153354-663D-75B8-3979-6F51E804CD66}"/>
              </a:ext>
            </a:extLst>
          </p:cNvPr>
          <p:cNvSpPr>
            <a:spLocks noGrp="1"/>
          </p:cNvSpPr>
          <p:nvPr>
            <p:ph type="body" sz="quarter" idx="14" hasCustomPrompt="1"/>
          </p:nvPr>
        </p:nvSpPr>
        <p:spPr>
          <a:xfrm>
            <a:off x="1531220" y="2005818"/>
            <a:ext cx="5458858" cy="226751"/>
          </a:xfrm>
        </p:spPr>
        <p:txBody>
          <a:bodyPr>
            <a:noAutofit/>
          </a:bodyPr>
          <a:lstStyle>
            <a:lvl1pPr>
              <a:defRPr sz="1350">
                <a:solidFill>
                  <a:schemeClr val="bg2"/>
                </a:solidFill>
              </a:defRPr>
            </a:lvl1pPr>
            <a:lvl2pPr marL="207913" indent="0">
              <a:buFontTx/>
              <a:buNone/>
              <a:defRPr sz="900"/>
            </a:lvl2pPr>
          </a:lstStyle>
          <a:p>
            <a:pPr lvl="0"/>
            <a:r>
              <a:rPr lang="nl-NL" dirty="0"/>
              <a:t>02</a:t>
            </a:r>
          </a:p>
        </p:txBody>
      </p:sp>
      <p:sp>
        <p:nvSpPr>
          <p:cNvPr id="7" name="Tijdelijke aanduiding voor tekst 22">
            <a:extLst>
              <a:ext uri="{FF2B5EF4-FFF2-40B4-BE49-F238E27FC236}">
                <a16:creationId xmlns:a16="http://schemas.microsoft.com/office/drawing/2014/main" id="{321D5F9A-4FD9-7288-3483-658499685FBA}"/>
              </a:ext>
            </a:extLst>
          </p:cNvPr>
          <p:cNvSpPr>
            <a:spLocks noGrp="1"/>
          </p:cNvSpPr>
          <p:nvPr>
            <p:ph type="body" sz="quarter" idx="15" hasCustomPrompt="1"/>
          </p:nvPr>
        </p:nvSpPr>
        <p:spPr>
          <a:xfrm>
            <a:off x="1531219" y="3411059"/>
            <a:ext cx="5446864" cy="226751"/>
          </a:xfrm>
        </p:spPr>
        <p:txBody>
          <a:bodyPr>
            <a:noAutofit/>
          </a:bodyPr>
          <a:lstStyle>
            <a:lvl1pPr>
              <a:defRPr sz="1350">
                <a:solidFill>
                  <a:schemeClr val="bg2"/>
                </a:solidFill>
              </a:defRPr>
            </a:lvl1pPr>
            <a:lvl2pPr marL="207913" indent="0">
              <a:buFontTx/>
              <a:buNone/>
              <a:defRPr sz="900"/>
            </a:lvl2pPr>
          </a:lstStyle>
          <a:p>
            <a:pPr lvl="0"/>
            <a:r>
              <a:rPr lang="nl-NL" dirty="0"/>
              <a:t>03</a:t>
            </a:r>
          </a:p>
        </p:txBody>
      </p:sp>
      <p:sp>
        <p:nvSpPr>
          <p:cNvPr id="8" name="Tijdelijke aanduiding voor tekst 16">
            <a:extLst>
              <a:ext uri="{FF2B5EF4-FFF2-40B4-BE49-F238E27FC236}">
                <a16:creationId xmlns:a16="http://schemas.microsoft.com/office/drawing/2014/main" id="{9F33F804-FE1D-D54E-A4BD-504EBFBD0EA3}"/>
              </a:ext>
            </a:extLst>
          </p:cNvPr>
          <p:cNvSpPr>
            <a:spLocks noGrp="1"/>
          </p:cNvSpPr>
          <p:nvPr>
            <p:ph type="body" sz="quarter" idx="16" hasCustomPrompt="1"/>
          </p:nvPr>
        </p:nvSpPr>
        <p:spPr>
          <a:xfrm>
            <a:off x="1531219" y="2539182"/>
            <a:ext cx="5446865" cy="558627"/>
          </a:xfrm>
        </p:spPr>
        <p:txBody>
          <a:bodyPr>
            <a:normAutofit/>
          </a:bodyPr>
          <a:lstStyle>
            <a:lvl1pPr>
              <a:defRPr sz="900">
                <a:solidFill>
                  <a:schemeClr val="bg2"/>
                </a:solidFill>
              </a:defRPr>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9" name="Tijdelijke aanduiding voor tekst 16">
            <a:extLst>
              <a:ext uri="{FF2B5EF4-FFF2-40B4-BE49-F238E27FC236}">
                <a16:creationId xmlns:a16="http://schemas.microsoft.com/office/drawing/2014/main" id="{98AA79BD-CD17-D42E-290D-0ED407CFB9B3}"/>
              </a:ext>
            </a:extLst>
          </p:cNvPr>
          <p:cNvSpPr>
            <a:spLocks noGrp="1"/>
          </p:cNvSpPr>
          <p:nvPr>
            <p:ph type="body" sz="quarter" idx="17" hasCustomPrompt="1"/>
          </p:nvPr>
        </p:nvSpPr>
        <p:spPr>
          <a:xfrm>
            <a:off x="1531218" y="3937901"/>
            <a:ext cx="5446865" cy="558627"/>
          </a:xfrm>
        </p:spPr>
        <p:txBody>
          <a:bodyPr>
            <a:normAutofit/>
          </a:bodyPr>
          <a:lstStyle>
            <a:lvl1pPr>
              <a:defRPr sz="900">
                <a:solidFill>
                  <a:schemeClr val="bg2"/>
                </a:solidFill>
              </a:defRPr>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0" name="Tijdelijke aanduiding voor tekst 16">
            <a:extLst>
              <a:ext uri="{FF2B5EF4-FFF2-40B4-BE49-F238E27FC236}">
                <a16:creationId xmlns:a16="http://schemas.microsoft.com/office/drawing/2014/main" id="{5063FDF3-61F6-5C55-BCF7-5E21B8F86509}"/>
              </a:ext>
            </a:extLst>
          </p:cNvPr>
          <p:cNvSpPr>
            <a:spLocks noGrp="1"/>
          </p:cNvSpPr>
          <p:nvPr>
            <p:ph type="body" sz="quarter" idx="18" hasCustomPrompt="1"/>
          </p:nvPr>
        </p:nvSpPr>
        <p:spPr>
          <a:xfrm>
            <a:off x="1537269" y="820147"/>
            <a:ext cx="5446867" cy="320431"/>
          </a:xfrm>
        </p:spPr>
        <p:txBody>
          <a:bodyPr/>
          <a:lstStyle>
            <a:lvl1pPr>
              <a:defRPr sz="1200" b="1" i="0">
                <a:solidFill>
                  <a:schemeClr val="bg2"/>
                </a:solidFill>
                <a:latin typeface="Belfius21 SemiBold" pitchFamily="2" charset="77"/>
              </a:defRPr>
            </a:lvl1pPr>
          </a:lstStyle>
          <a:p>
            <a:pPr lvl="0"/>
            <a:r>
              <a:rPr lang="nl-NL" dirty="0"/>
              <a:t>Motion &amp; </a:t>
            </a:r>
            <a:r>
              <a:rPr lang="nl-NL" dirty="0" err="1"/>
              <a:t>Emotion</a:t>
            </a:r>
            <a:r>
              <a:rPr lang="nl-NL" dirty="0"/>
              <a:t>.</a:t>
            </a:r>
          </a:p>
          <a:p>
            <a:pPr lvl="0"/>
            <a:endParaRPr lang="nl-NL" dirty="0"/>
          </a:p>
        </p:txBody>
      </p:sp>
      <p:sp>
        <p:nvSpPr>
          <p:cNvPr id="11" name="Tijdelijke aanduiding voor tekst 16">
            <a:extLst>
              <a:ext uri="{FF2B5EF4-FFF2-40B4-BE49-F238E27FC236}">
                <a16:creationId xmlns:a16="http://schemas.microsoft.com/office/drawing/2014/main" id="{D6FEBE2F-12CA-F2B9-AD58-70EFDABADEFD}"/>
              </a:ext>
            </a:extLst>
          </p:cNvPr>
          <p:cNvSpPr>
            <a:spLocks noGrp="1"/>
          </p:cNvSpPr>
          <p:nvPr>
            <p:ph type="body" sz="quarter" idx="19" hasCustomPrompt="1"/>
          </p:nvPr>
        </p:nvSpPr>
        <p:spPr>
          <a:xfrm>
            <a:off x="1531220" y="2200082"/>
            <a:ext cx="5458858" cy="320431"/>
          </a:xfrm>
        </p:spPr>
        <p:txBody>
          <a:bodyPr/>
          <a:lstStyle>
            <a:lvl1pPr>
              <a:defRPr sz="1200" b="1" i="0">
                <a:solidFill>
                  <a:schemeClr val="bg2"/>
                </a:solidFill>
                <a:latin typeface="Belfius21 SemiBold" pitchFamily="2" charset="77"/>
              </a:defRPr>
            </a:lvl1pPr>
          </a:lstStyle>
          <a:p>
            <a:pPr lvl="0"/>
            <a:r>
              <a:rPr lang="nl-NL" dirty="0" err="1"/>
              <a:t>Materiality</a:t>
            </a:r>
            <a:r>
              <a:rPr lang="nl-NL" dirty="0"/>
              <a:t>.</a:t>
            </a:r>
          </a:p>
          <a:p>
            <a:pPr lvl="0"/>
            <a:endParaRPr lang="nl-NL" dirty="0"/>
          </a:p>
        </p:txBody>
      </p:sp>
      <p:sp>
        <p:nvSpPr>
          <p:cNvPr id="12" name="Tijdelijke aanduiding voor tekst 16">
            <a:extLst>
              <a:ext uri="{FF2B5EF4-FFF2-40B4-BE49-F238E27FC236}">
                <a16:creationId xmlns:a16="http://schemas.microsoft.com/office/drawing/2014/main" id="{A71434C0-1C95-B490-267C-7848080EAD23}"/>
              </a:ext>
            </a:extLst>
          </p:cNvPr>
          <p:cNvSpPr>
            <a:spLocks noGrp="1"/>
          </p:cNvSpPr>
          <p:nvPr>
            <p:ph type="body" sz="quarter" idx="20" hasCustomPrompt="1"/>
          </p:nvPr>
        </p:nvSpPr>
        <p:spPr>
          <a:xfrm>
            <a:off x="1531219" y="3597967"/>
            <a:ext cx="5446864" cy="320431"/>
          </a:xfrm>
        </p:spPr>
        <p:txBody>
          <a:bodyPr/>
          <a:lstStyle>
            <a:lvl1pPr>
              <a:defRPr sz="1200" b="1" i="0">
                <a:solidFill>
                  <a:schemeClr val="bg2"/>
                </a:solidFill>
                <a:latin typeface="Belfius21 SemiBold" pitchFamily="2" charset="77"/>
              </a:defRPr>
            </a:lvl1pPr>
          </a:lstStyle>
          <a:p>
            <a:pPr lvl="0"/>
            <a:r>
              <a:rPr lang="nl-NL" dirty="0" err="1"/>
              <a:t>Legacy</a:t>
            </a:r>
            <a:endParaRPr lang="nl-NL" dirty="0"/>
          </a:p>
          <a:p>
            <a:pPr lvl="0"/>
            <a:endParaRPr lang="nl-NL" dirty="0"/>
          </a:p>
        </p:txBody>
      </p:sp>
      <p:cxnSp>
        <p:nvCxnSpPr>
          <p:cNvPr id="13" name="Rechte verbindingslijn 12">
            <a:extLst>
              <a:ext uri="{FF2B5EF4-FFF2-40B4-BE49-F238E27FC236}">
                <a16:creationId xmlns:a16="http://schemas.microsoft.com/office/drawing/2014/main" id="{ACBB3631-796A-89FA-15DE-CADA3B9E5DA8}"/>
              </a:ext>
            </a:extLst>
          </p:cNvPr>
          <p:cNvCxnSpPr/>
          <p:nvPr userDrawn="1"/>
        </p:nvCxnSpPr>
        <p:spPr>
          <a:xfrm>
            <a:off x="1520502" y="1846336"/>
            <a:ext cx="302311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13">
            <a:extLst>
              <a:ext uri="{FF2B5EF4-FFF2-40B4-BE49-F238E27FC236}">
                <a16:creationId xmlns:a16="http://schemas.microsoft.com/office/drawing/2014/main" id="{2E0C48B5-F49F-4EF2-CD4F-98D9E1023C91}"/>
              </a:ext>
            </a:extLst>
          </p:cNvPr>
          <p:cNvCxnSpPr/>
          <p:nvPr userDrawn="1"/>
        </p:nvCxnSpPr>
        <p:spPr>
          <a:xfrm>
            <a:off x="1520502" y="3245073"/>
            <a:ext cx="302311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kstvak 14">
            <a:extLst>
              <a:ext uri="{FF2B5EF4-FFF2-40B4-BE49-F238E27FC236}">
                <a16:creationId xmlns:a16="http://schemas.microsoft.com/office/drawing/2014/main" id="{376725DF-11B8-FDB5-370F-C5111B1F1710}"/>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solidFill>
                  <a:schemeClr val="bg2"/>
                </a:solidFill>
              </a:rPr>
              <a:t>‹#›</a:t>
            </a:fld>
            <a:endParaRPr lang="nl-BE" sz="800" dirty="0">
              <a:solidFill>
                <a:schemeClr val="bg2"/>
              </a:solidFill>
            </a:endParaRPr>
          </a:p>
        </p:txBody>
      </p:sp>
    </p:spTree>
    <p:extLst>
      <p:ext uri="{BB962C8B-B14F-4D97-AF65-F5344CB8AC3E}">
        <p14:creationId xmlns:p14="http://schemas.microsoft.com/office/powerpoint/2010/main" val="25256246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9_Diapositive de titre">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E2183CA-26BD-E3AD-E016-8E116E65F65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94"/>
            <a:ext cx="9144000" cy="5143500"/>
          </a:xfrm>
          <a:prstGeom prst="rect">
            <a:avLst/>
          </a:prstGeom>
        </p:spPr>
      </p:pic>
      <p:pic>
        <p:nvPicPr>
          <p:cNvPr id="4" name="Afbeelding 3" descr="Afbeelding met schermopname, Graphics, wit, ontwerp&#10;&#10;Automatisch gegenereerde beschrijving">
            <a:extLst>
              <a:ext uri="{FF2B5EF4-FFF2-40B4-BE49-F238E27FC236}">
                <a16:creationId xmlns:a16="http://schemas.microsoft.com/office/drawing/2014/main" id="{A260DDBE-ABF4-1382-5F90-B088755A92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07226" y="412720"/>
            <a:ext cx="193979" cy="132329"/>
          </a:xfrm>
          <a:prstGeom prst="rect">
            <a:avLst/>
          </a:prstGeom>
        </p:spPr>
      </p:pic>
      <p:sp>
        <p:nvSpPr>
          <p:cNvPr id="6" name="Titel 6">
            <a:extLst>
              <a:ext uri="{FF2B5EF4-FFF2-40B4-BE49-F238E27FC236}">
                <a16:creationId xmlns:a16="http://schemas.microsoft.com/office/drawing/2014/main" id="{F4F406B7-9AD2-4145-85ED-DE1FC68D6D93}"/>
              </a:ext>
            </a:extLst>
          </p:cNvPr>
          <p:cNvSpPr>
            <a:spLocks noGrp="1"/>
          </p:cNvSpPr>
          <p:nvPr>
            <p:ph type="title" hasCustomPrompt="1"/>
          </p:nvPr>
        </p:nvSpPr>
        <p:spPr>
          <a:xfrm>
            <a:off x="3993841" y="1459004"/>
            <a:ext cx="4480210" cy="430888"/>
          </a:xfrm>
          <a:prstGeom prst="rect">
            <a:avLst/>
          </a:prstGeom>
        </p:spPr>
        <p:txBody>
          <a:bodyPr/>
          <a:lstStyle>
            <a:lvl1pPr>
              <a:defRPr sz="2200" b="1" i="0">
                <a:solidFill>
                  <a:schemeClr val="bg2"/>
                </a:solidFill>
                <a:latin typeface="Belfius21" pitchFamily="2" charset="77"/>
              </a:defRPr>
            </a:lvl1pPr>
          </a:lstStyle>
          <a:p>
            <a:r>
              <a:rPr lang="nl-NL" dirty="0" err="1"/>
              <a:t>Apitatis</a:t>
            </a:r>
            <a:r>
              <a:rPr lang="nl-NL" dirty="0"/>
              <a:t> ex </a:t>
            </a:r>
            <a:r>
              <a:rPr lang="nl-NL" dirty="0" err="1"/>
              <a:t>evernatat</a:t>
            </a:r>
            <a:r>
              <a:rPr lang="nl-NL" dirty="0"/>
              <a:t>. </a:t>
            </a:r>
            <a:br>
              <a:rPr lang="nl-NL" dirty="0"/>
            </a:br>
            <a:r>
              <a:rPr lang="nl-NL" dirty="0"/>
              <a:t>Is </a:t>
            </a:r>
            <a:r>
              <a:rPr lang="nl-NL" dirty="0" err="1"/>
              <a:t>ditinuscid</a:t>
            </a:r>
            <a:r>
              <a:rPr lang="nl-NL" dirty="0"/>
              <a:t> </a:t>
            </a:r>
            <a:r>
              <a:rPr lang="nl-NL" dirty="0" err="1"/>
              <a:t>quam</a:t>
            </a:r>
            <a:r>
              <a:rPr lang="nl-NL" dirty="0"/>
              <a:t>, </a:t>
            </a:r>
            <a:r>
              <a:rPr lang="nl-NL" dirty="0" err="1"/>
              <a:t>totat</a:t>
            </a:r>
            <a:r>
              <a:rPr lang="nl-NL" dirty="0"/>
              <a:t>.</a:t>
            </a:r>
          </a:p>
        </p:txBody>
      </p:sp>
      <p:sp>
        <p:nvSpPr>
          <p:cNvPr id="7" name="Tijdelijke aanduiding voor tekst 16">
            <a:extLst>
              <a:ext uri="{FF2B5EF4-FFF2-40B4-BE49-F238E27FC236}">
                <a16:creationId xmlns:a16="http://schemas.microsoft.com/office/drawing/2014/main" id="{06380169-F054-B2CE-8CAF-947B1EB8D2DF}"/>
              </a:ext>
            </a:extLst>
          </p:cNvPr>
          <p:cNvSpPr>
            <a:spLocks noGrp="1"/>
          </p:cNvSpPr>
          <p:nvPr>
            <p:ph type="body" sz="quarter" idx="12" hasCustomPrompt="1"/>
          </p:nvPr>
        </p:nvSpPr>
        <p:spPr>
          <a:xfrm>
            <a:off x="3993841" y="2296189"/>
            <a:ext cx="4480210" cy="2414800"/>
          </a:xfrm>
        </p:spPr>
        <p:txBody>
          <a:bodyPr/>
          <a:lstStyle>
            <a:lvl1pPr>
              <a:defRPr sz="1050">
                <a:solidFill>
                  <a:schemeClr val="bg2"/>
                </a:solidFill>
              </a:defRPr>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8" name="Tekstvak 7">
            <a:extLst>
              <a:ext uri="{FF2B5EF4-FFF2-40B4-BE49-F238E27FC236}">
                <a16:creationId xmlns:a16="http://schemas.microsoft.com/office/drawing/2014/main" id="{656858B2-34C2-671A-6E24-B85A12F70D06}"/>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solidFill>
                  <a:schemeClr val="bg2"/>
                </a:solidFill>
              </a:rPr>
              <a:t>‹#›</a:t>
            </a:fld>
            <a:endParaRPr lang="nl-BE" sz="800" dirty="0">
              <a:solidFill>
                <a:schemeClr val="bg2"/>
              </a:solidFill>
            </a:endParaRPr>
          </a:p>
        </p:txBody>
      </p:sp>
    </p:spTree>
    <p:extLst>
      <p:ext uri="{BB962C8B-B14F-4D97-AF65-F5344CB8AC3E}">
        <p14:creationId xmlns:p14="http://schemas.microsoft.com/office/powerpoint/2010/main" val="23196638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9_Diapositive de titre">
    <p:spTree>
      <p:nvGrpSpPr>
        <p:cNvPr id="1" name=""/>
        <p:cNvGrpSpPr/>
        <p:nvPr/>
      </p:nvGrpSpPr>
      <p:grpSpPr>
        <a:xfrm>
          <a:off x="0" y="0"/>
          <a:ext cx="0" cy="0"/>
          <a:chOff x="0" y="0"/>
          <a:chExt cx="0" cy="0"/>
        </a:xfrm>
      </p:grpSpPr>
      <p:pic>
        <p:nvPicPr>
          <p:cNvPr id="3" name="Afbeelding 2" descr="Afbeelding met schermopname, Graphics, Kleurrijkheid, ontwerp&#10;&#10;Door AI gegenereerde inhoud is mogelijk onjuist.">
            <a:extLst>
              <a:ext uri="{FF2B5EF4-FFF2-40B4-BE49-F238E27FC236}">
                <a16:creationId xmlns:a16="http://schemas.microsoft.com/office/drawing/2014/main" id="{5D14CAC1-D85D-904B-38D2-849F981E19F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2893" y="322809"/>
            <a:ext cx="362647" cy="312152"/>
          </a:xfrm>
          <a:prstGeom prst="rect">
            <a:avLst/>
          </a:prstGeom>
        </p:spPr>
      </p:pic>
      <p:sp>
        <p:nvSpPr>
          <p:cNvPr id="6" name="Titel 6">
            <a:extLst>
              <a:ext uri="{FF2B5EF4-FFF2-40B4-BE49-F238E27FC236}">
                <a16:creationId xmlns:a16="http://schemas.microsoft.com/office/drawing/2014/main" id="{57209302-CA84-2DF9-9F45-DAEB0CB47206}"/>
              </a:ext>
            </a:extLst>
          </p:cNvPr>
          <p:cNvSpPr>
            <a:spLocks noGrp="1"/>
          </p:cNvSpPr>
          <p:nvPr>
            <p:ph type="title" hasCustomPrompt="1"/>
          </p:nvPr>
        </p:nvSpPr>
        <p:spPr>
          <a:xfrm>
            <a:off x="837940" y="263441"/>
            <a:ext cx="4480210" cy="430888"/>
          </a:xfrm>
          <a:prstGeom prst="rect">
            <a:avLst/>
          </a:prstGeom>
        </p:spPr>
        <p:txBody>
          <a:bodyPr/>
          <a:lstStyle>
            <a:lvl1pPr>
              <a:defRPr sz="2200" b="1" i="0">
                <a:gradFill>
                  <a:gsLst>
                    <a:gs pos="0">
                      <a:srgbClr val="C10040"/>
                    </a:gs>
                    <a:gs pos="33000">
                      <a:srgbClr val="CE004E"/>
                    </a:gs>
                    <a:gs pos="85000">
                      <a:srgbClr val="EB0171"/>
                    </a:gs>
                  </a:gsLst>
                  <a:lin ang="16800000" scaled="0"/>
                </a:gradFill>
                <a:latin typeface="Belfius21" pitchFamily="2" charset="77"/>
              </a:defRPr>
            </a:lvl1pPr>
          </a:lstStyle>
          <a:p>
            <a:r>
              <a:rPr lang="nl-NL" dirty="0" err="1"/>
              <a:t>Apitatis</a:t>
            </a:r>
            <a:r>
              <a:rPr lang="nl-NL" dirty="0"/>
              <a:t> ex </a:t>
            </a:r>
            <a:r>
              <a:rPr lang="nl-NL" dirty="0" err="1"/>
              <a:t>evernatat</a:t>
            </a:r>
            <a:r>
              <a:rPr lang="nl-NL" dirty="0"/>
              <a:t>. </a:t>
            </a:r>
            <a:br>
              <a:rPr lang="nl-NL" dirty="0"/>
            </a:br>
            <a:r>
              <a:rPr lang="nl-NL" dirty="0"/>
              <a:t>Is </a:t>
            </a:r>
            <a:r>
              <a:rPr lang="nl-NL" dirty="0" err="1"/>
              <a:t>ditinuscid</a:t>
            </a:r>
            <a:r>
              <a:rPr lang="nl-NL" dirty="0"/>
              <a:t> </a:t>
            </a:r>
            <a:r>
              <a:rPr lang="nl-NL" dirty="0" err="1"/>
              <a:t>quam</a:t>
            </a:r>
            <a:r>
              <a:rPr lang="nl-NL" dirty="0"/>
              <a:t>, </a:t>
            </a:r>
            <a:r>
              <a:rPr lang="nl-NL" dirty="0" err="1"/>
              <a:t>totat</a:t>
            </a:r>
            <a:r>
              <a:rPr lang="nl-NL" dirty="0"/>
              <a:t>.</a:t>
            </a:r>
          </a:p>
        </p:txBody>
      </p:sp>
      <p:sp>
        <p:nvSpPr>
          <p:cNvPr id="8" name="Tijdelijke aanduiding voor tekst 16">
            <a:extLst>
              <a:ext uri="{FF2B5EF4-FFF2-40B4-BE49-F238E27FC236}">
                <a16:creationId xmlns:a16="http://schemas.microsoft.com/office/drawing/2014/main" id="{20BB9121-D5D7-C746-9003-B525ACC26717}"/>
              </a:ext>
            </a:extLst>
          </p:cNvPr>
          <p:cNvSpPr>
            <a:spLocks noGrp="1"/>
          </p:cNvSpPr>
          <p:nvPr>
            <p:ph type="body" sz="quarter" idx="13" hasCustomPrompt="1"/>
          </p:nvPr>
        </p:nvSpPr>
        <p:spPr>
          <a:xfrm>
            <a:off x="837939" y="1596057"/>
            <a:ext cx="5577491" cy="2802078"/>
          </a:xfrm>
        </p:spPr>
        <p:txBody>
          <a:bodyPr/>
          <a:lstStyle>
            <a:lvl1pPr>
              <a:defRPr sz="105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9" name="Tekstvak 8">
            <a:extLst>
              <a:ext uri="{FF2B5EF4-FFF2-40B4-BE49-F238E27FC236}">
                <a16:creationId xmlns:a16="http://schemas.microsoft.com/office/drawing/2014/main" id="{B4232346-9E5F-A59E-86BD-AEEAD6B0BA3C}"/>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solidFill>
                  <a:schemeClr val="tx1"/>
                </a:solidFill>
              </a:rPr>
              <a:t>‹#›</a:t>
            </a:fld>
            <a:endParaRPr lang="nl-BE" sz="800" dirty="0">
              <a:solidFill>
                <a:schemeClr val="tx1"/>
              </a:solidFill>
            </a:endParaRPr>
          </a:p>
        </p:txBody>
      </p:sp>
    </p:spTree>
    <p:extLst>
      <p:ext uri="{BB962C8B-B14F-4D97-AF65-F5344CB8AC3E}">
        <p14:creationId xmlns:p14="http://schemas.microsoft.com/office/powerpoint/2010/main" val="10350265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1_Diapositive de titre">
    <p:spTree>
      <p:nvGrpSpPr>
        <p:cNvPr id="1" name=""/>
        <p:cNvGrpSpPr/>
        <p:nvPr/>
      </p:nvGrpSpPr>
      <p:grpSpPr>
        <a:xfrm>
          <a:off x="0" y="0"/>
          <a:ext cx="0" cy="0"/>
          <a:chOff x="0" y="0"/>
          <a:chExt cx="0" cy="0"/>
        </a:xfrm>
      </p:grpSpPr>
      <p:pic>
        <p:nvPicPr>
          <p:cNvPr id="3" name="Afbeelding 2" descr="Afbeelding met schermopname, Graphics, Kleurrijkheid, ontwerp&#10;&#10;Door AI gegenereerde inhoud is mogelijk onjuist.">
            <a:extLst>
              <a:ext uri="{FF2B5EF4-FFF2-40B4-BE49-F238E27FC236}">
                <a16:creationId xmlns:a16="http://schemas.microsoft.com/office/drawing/2014/main" id="{041E48E8-7967-15B3-CBDA-A695DFDBBFE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2893" y="322809"/>
            <a:ext cx="362647" cy="312152"/>
          </a:xfrm>
          <a:prstGeom prst="rect">
            <a:avLst/>
          </a:prstGeom>
        </p:spPr>
      </p:pic>
      <p:sp>
        <p:nvSpPr>
          <p:cNvPr id="5" name="Tijdelijke aanduiding voor tekst 22">
            <a:extLst>
              <a:ext uri="{FF2B5EF4-FFF2-40B4-BE49-F238E27FC236}">
                <a16:creationId xmlns:a16="http://schemas.microsoft.com/office/drawing/2014/main" id="{87C82546-D626-35BC-3417-F940A9B0129A}"/>
              </a:ext>
            </a:extLst>
          </p:cNvPr>
          <p:cNvSpPr>
            <a:spLocks noGrp="1"/>
          </p:cNvSpPr>
          <p:nvPr>
            <p:ph type="body" sz="quarter" idx="13" hasCustomPrompt="1"/>
          </p:nvPr>
        </p:nvSpPr>
        <p:spPr>
          <a:xfrm>
            <a:off x="1537270" y="622646"/>
            <a:ext cx="5446866" cy="226751"/>
          </a:xfrm>
        </p:spPr>
        <p:txBody>
          <a:bodyPr>
            <a:noAutofit/>
          </a:bodyPr>
          <a:lstStyle>
            <a:lvl1pPr>
              <a:defRPr sz="1350">
                <a:solidFill>
                  <a:schemeClr val="accent1"/>
                </a:solidFill>
              </a:defRPr>
            </a:lvl1pPr>
            <a:lvl2pPr marL="207913" indent="0">
              <a:buFontTx/>
              <a:buNone/>
              <a:defRPr sz="900"/>
            </a:lvl2pPr>
          </a:lstStyle>
          <a:p>
            <a:pPr lvl="0"/>
            <a:r>
              <a:rPr lang="nl-NL" dirty="0"/>
              <a:t>01</a:t>
            </a:r>
          </a:p>
        </p:txBody>
      </p:sp>
      <p:sp>
        <p:nvSpPr>
          <p:cNvPr id="6" name="Tijdelijke aanduiding voor tekst 16">
            <a:extLst>
              <a:ext uri="{FF2B5EF4-FFF2-40B4-BE49-F238E27FC236}">
                <a16:creationId xmlns:a16="http://schemas.microsoft.com/office/drawing/2014/main" id="{01A18A85-85DC-2D9D-2ED7-F468614D1796}"/>
              </a:ext>
            </a:extLst>
          </p:cNvPr>
          <p:cNvSpPr>
            <a:spLocks noGrp="1"/>
          </p:cNvSpPr>
          <p:nvPr>
            <p:ph type="body" sz="quarter" idx="12" hasCustomPrompt="1"/>
          </p:nvPr>
        </p:nvSpPr>
        <p:spPr>
          <a:xfrm>
            <a:off x="1531330" y="1140578"/>
            <a:ext cx="5452807" cy="558627"/>
          </a:xfrm>
        </p:spPr>
        <p:txBody>
          <a:bodyPr/>
          <a:lstStyle>
            <a:lvl1pPr>
              <a:defRPr sz="90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7" name="Tijdelijke aanduiding voor tekst 22">
            <a:extLst>
              <a:ext uri="{FF2B5EF4-FFF2-40B4-BE49-F238E27FC236}">
                <a16:creationId xmlns:a16="http://schemas.microsoft.com/office/drawing/2014/main" id="{97123817-7155-30E6-C92C-AC85F4E8631E}"/>
              </a:ext>
            </a:extLst>
          </p:cNvPr>
          <p:cNvSpPr>
            <a:spLocks noGrp="1"/>
          </p:cNvSpPr>
          <p:nvPr>
            <p:ph type="body" sz="quarter" idx="14" hasCustomPrompt="1"/>
          </p:nvPr>
        </p:nvSpPr>
        <p:spPr>
          <a:xfrm>
            <a:off x="1531220" y="2005818"/>
            <a:ext cx="5458858" cy="226751"/>
          </a:xfrm>
        </p:spPr>
        <p:txBody>
          <a:bodyPr>
            <a:noAutofit/>
          </a:bodyPr>
          <a:lstStyle>
            <a:lvl1pPr>
              <a:defRPr sz="1350">
                <a:solidFill>
                  <a:schemeClr val="accent1"/>
                </a:solidFill>
              </a:defRPr>
            </a:lvl1pPr>
            <a:lvl2pPr marL="207913" indent="0">
              <a:buFontTx/>
              <a:buNone/>
              <a:defRPr sz="900"/>
            </a:lvl2pPr>
          </a:lstStyle>
          <a:p>
            <a:pPr lvl="0"/>
            <a:r>
              <a:rPr lang="nl-NL" dirty="0"/>
              <a:t>02</a:t>
            </a:r>
          </a:p>
        </p:txBody>
      </p:sp>
      <p:sp>
        <p:nvSpPr>
          <p:cNvPr id="8" name="Tijdelijke aanduiding voor tekst 22">
            <a:extLst>
              <a:ext uri="{FF2B5EF4-FFF2-40B4-BE49-F238E27FC236}">
                <a16:creationId xmlns:a16="http://schemas.microsoft.com/office/drawing/2014/main" id="{8E6B61B4-2DD2-44A0-D57F-03D8AD81F420}"/>
              </a:ext>
            </a:extLst>
          </p:cNvPr>
          <p:cNvSpPr>
            <a:spLocks noGrp="1"/>
          </p:cNvSpPr>
          <p:nvPr>
            <p:ph type="body" sz="quarter" idx="15" hasCustomPrompt="1"/>
          </p:nvPr>
        </p:nvSpPr>
        <p:spPr>
          <a:xfrm>
            <a:off x="1531219" y="3411059"/>
            <a:ext cx="5446864" cy="226751"/>
          </a:xfrm>
        </p:spPr>
        <p:txBody>
          <a:bodyPr>
            <a:noAutofit/>
          </a:bodyPr>
          <a:lstStyle>
            <a:lvl1pPr>
              <a:defRPr sz="1350">
                <a:solidFill>
                  <a:schemeClr val="accent1"/>
                </a:solidFill>
              </a:defRPr>
            </a:lvl1pPr>
            <a:lvl2pPr marL="207913" indent="0">
              <a:buFontTx/>
              <a:buNone/>
              <a:defRPr sz="900"/>
            </a:lvl2pPr>
          </a:lstStyle>
          <a:p>
            <a:pPr lvl="0"/>
            <a:r>
              <a:rPr lang="nl-NL" dirty="0"/>
              <a:t>03</a:t>
            </a:r>
          </a:p>
        </p:txBody>
      </p:sp>
      <p:sp>
        <p:nvSpPr>
          <p:cNvPr id="9" name="Tijdelijke aanduiding voor tekst 16">
            <a:extLst>
              <a:ext uri="{FF2B5EF4-FFF2-40B4-BE49-F238E27FC236}">
                <a16:creationId xmlns:a16="http://schemas.microsoft.com/office/drawing/2014/main" id="{9146C46E-15A1-67E4-5A8F-2CEDC8471A51}"/>
              </a:ext>
            </a:extLst>
          </p:cNvPr>
          <p:cNvSpPr>
            <a:spLocks noGrp="1"/>
          </p:cNvSpPr>
          <p:nvPr>
            <p:ph type="body" sz="quarter" idx="16" hasCustomPrompt="1"/>
          </p:nvPr>
        </p:nvSpPr>
        <p:spPr>
          <a:xfrm>
            <a:off x="1531219" y="2539182"/>
            <a:ext cx="5446865" cy="558627"/>
          </a:xfrm>
        </p:spPr>
        <p:txBody>
          <a:bodyPr>
            <a:normAutofit/>
          </a:bodyPr>
          <a:lstStyle>
            <a:lvl1pPr>
              <a:defRPr sz="90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0" name="Tijdelijke aanduiding voor tekst 16">
            <a:extLst>
              <a:ext uri="{FF2B5EF4-FFF2-40B4-BE49-F238E27FC236}">
                <a16:creationId xmlns:a16="http://schemas.microsoft.com/office/drawing/2014/main" id="{0EE26BE4-4417-DD08-88DB-924C0F522570}"/>
              </a:ext>
            </a:extLst>
          </p:cNvPr>
          <p:cNvSpPr>
            <a:spLocks noGrp="1"/>
          </p:cNvSpPr>
          <p:nvPr>
            <p:ph type="body" sz="quarter" idx="17" hasCustomPrompt="1"/>
          </p:nvPr>
        </p:nvSpPr>
        <p:spPr>
          <a:xfrm>
            <a:off x="1531218" y="3937901"/>
            <a:ext cx="5446865" cy="558627"/>
          </a:xfrm>
        </p:spPr>
        <p:txBody>
          <a:bodyPr>
            <a:normAutofit/>
          </a:bodyPr>
          <a:lstStyle>
            <a:lvl1pPr>
              <a:defRPr sz="900"/>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11" name="Tijdelijke aanduiding voor tekst 16">
            <a:extLst>
              <a:ext uri="{FF2B5EF4-FFF2-40B4-BE49-F238E27FC236}">
                <a16:creationId xmlns:a16="http://schemas.microsoft.com/office/drawing/2014/main" id="{163C1952-4BE2-CC22-6B97-8030ED6E65AC}"/>
              </a:ext>
            </a:extLst>
          </p:cNvPr>
          <p:cNvSpPr>
            <a:spLocks noGrp="1"/>
          </p:cNvSpPr>
          <p:nvPr>
            <p:ph type="body" sz="quarter" idx="18" hasCustomPrompt="1"/>
          </p:nvPr>
        </p:nvSpPr>
        <p:spPr>
          <a:xfrm>
            <a:off x="1537269" y="820147"/>
            <a:ext cx="5446867" cy="320431"/>
          </a:xfrm>
        </p:spPr>
        <p:txBody>
          <a:bodyPr/>
          <a:lstStyle>
            <a:lvl1pPr>
              <a:defRPr sz="1200" b="1" i="0">
                <a:gradFill>
                  <a:gsLst>
                    <a:gs pos="28000">
                      <a:srgbClr val="C80047"/>
                    </a:gs>
                    <a:gs pos="0">
                      <a:srgbClr val="8D193C"/>
                    </a:gs>
                    <a:gs pos="48000">
                      <a:srgbClr val="CE004E"/>
                    </a:gs>
                    <a:gs pos="85000">
                      <a:srgbClr val="EB0171"/>
                    </a:gs>
                  </a:gsLst>
                  <a:lin ang="0" scaled="0"/>
                </a:gradFill>
                <a:latin typeface="Belfius21 SemiBold" pitchFamily="2" charset="77"/>
              </a:defRPr>
            </a:lvl1pPr>
          </a:lstStyle>
          <a:p>
            <a:pPr lvl="0"/>
            <a:r>
              <a:rPr lang="nl-NL" dirty="0"/>
              <a:t>Motion &amp; </a:t>
            </a:r>
            <a:r>
              <a:rPr lang="nl-NL" dirty="0" err="1"/>
              <a:t>Emotion</a:t>
            </a:r>
            <a:r>
              <a:rPr lang="nl-NL" dirty="0"/>
              <a:t>.</a:t>
            </a:r>
          </a:p>
          <a:p>
            <a:pPr lvl="0"/>
            <a:endParaRPr lang="nl-NL" dirty="0"/>
          </a:p>
        </p:txBody>
      </p:sp>
      <p:sp>
        <p:nvSpPr>
          <p:cNvPr id="12" name="Tijdelijke aanduiding voor tekst 16">
            <a:extLst>
              <a:ext uri="{FF2B5EF4-FFF2-40B4-BE49-F238E27FC236}">
                <a16:creationId xmlns:a16="http://schemas.microsoft.com/office/drawing/2014/main" id="{C1346C39-F5A9-E9A7-1219-7199E60B5A33}"/>
              </a:ext>
            </a:extLst>
          </p:cNvPr>
          <p:cNvSpPr>
            <a:spLocks noGrp="1"/>
          </p:cNvSpPr>
          <p:nvPr>
            <p:ph type="body" sz="quarter" idx="19" hasCustomPrompt="1"/>
          </p:nvPr>
        </p:nvSpPr>
        <p:spPr>
          <a:xfrm>
            <a:off x="1531220" y="2200082"/>
            <a:ext cx="5458858" cy="320431"/>
          </a:xfrm>
        </p:spPr>
        <p:txBody>
          <a:bodyPr/>
          <a:lstStyle>
            <a:lvl1pPr>
              <a:defRPr sz="1200" b="1" i="0">
                <a:gradFill>
                  <a:gsLst>
                    <a:gs pos="28000">
                      <a:srgbClr val="C80047"/>
                    </a:gs>
                    <a:gs pos="0">
                      <a:srgbClr val="8D193C"/>
                    </a:gs>
                    <a:gs pos="48000">
                      <a:srgbClr val="CE004E"/>
                    </a:gs>
                    <a:gs pos="85000">
                      <a:srgbClr val="EB0171"/>
                    </a:gs>
                  </a:gsLst>
                  <a:lin ang="0" scaled="0"/>
                </a:gradFill>
                <a:latin typeface="Belfius21 SemiBold" pitchFamily="2" charset="77"/>
              </a:defRPr>
            </a:lvl1pPr>
          </a:lstStyle>
          <a:p>
            <a:pPr lvl="0"/>
            <a:r>
              <a:rPr lang="nl-NL" dirty="0" err="1"/>
              <a:t>Materiality</a:t>
            </a:r>
            <a:r>
              <a:rPr lang="nl-NL" dirty="0"/>
              <a:t>.</a:t>
            </a:r>
          </a:p>
          <a:p>
            <a:pPr lvl="0"/>
            <a:endParaRPr lang="nl-NL" dirty="0"/>
          </a:p>
        </p:txBody>
      </p:sp>
      <p:sp>
        <p:nvSpPr>
          <p:cNvPr id="13" name="Tijdelijke aanduiding voor tekst 16">
            <a:extLst>
              <a:ext uri="{FF2B5EF4-FFF2-40B4-BE49-F238E27FC236}">
                <a16:creationId xmlns:a16="http://schemas.microsoft.com/office/drawing/2014/main" id="{3F6813B4-2057-B883-DAE2-2383D74E7708}"/>
              </a:ext>
            </a:extLst>
          </p:cNvPr>
          <p:cNvSpPr>
            <a:spLocks noGrp="1"/>
          </p:cNvSpPr>
          <p:nvPr>
            <p:ph type="body" sz="quarter" idx="20" hasCustomPrompt="1"/>
          </p:nvPr>
        </p:nvSpPr>
        <p:spPr>
          <a:xfrm>
            <a:off x="1531219" y="3597967"/>
            <a:ext cx="5446864" cy="320431"/>
          </a:xfrm>
        </p:spPr>
        <p:txBody>
          <a:bodyPr/>
          <a:lstStyle>
            <a:lvl1pPr>
              <a:defRPr sz="1200" b="1" i="0">
                <a:gradFill>
                  <a:gsLst>
                    <a:gs pos="28000">
                      <a:srgbClr val="C80047"/>
                    </a:gs>
                    <a:gs pos="0">
                      <a:srgbClr val="8D193C"/>
                    </a:gs>
                    <a:gs pos="48000">
                      <a:srgbClr val="CE004E"/>
                    </a:gs>
                    <a:gs pos="85000">
                      <a:srgbClr val="EB0171"/>
                    </a:gs>
                  </a:gsLst>
                  <a:lin ang="0" scaled="0"/>
                </a:gradFill>
                <a:latin typeface="Belfius21 SemiBold" pitchFamily="2" charset="77"/>
              </a:defRPr>
            </a:lvl1pPr>
          </a:lstStyle>
          <a:p>
            <a:pPr lvl="0"/>
            <a:r>
              <a:rPr lang="nl-NL" dirty="0" err="1"/>
              <a:t>Legacy</a:t>
            </a:r>
            <a:endParaRPr lang="nl-NL" dirty="0"/>
          </a:p>
          <a:p>
            <a:pPr lvl="0"/>
            <a:endParaRPr lang="nl-NL" dirty="0"/>
          </a:p>
        </p:txBody>
      </p:sp>
      <p:cxnSp>
        <p:nvCxnSpPr>
          <p:cNvPr id="14" name="Rechte verbindingslijn 13">
            <a:extLst>
              <a:ext uri="{FF2B5EF4-FFF2-40B4-BE49-F238E27FC236}">
                <a16:creationId xmlns:a16="http://schemas.microsoft.com/office/drawing/2014/main" id="{41C3EBFF-2D54-444E-B814-67E83D987C9E}"/>
              </a:ext>
            </a:extLst>
          </p:cNvPr>
          <p:cNvCxnSpPr/>
          <p:nvPr userDrawn="1"/>
        </p:nvCxnSpPr>
        <p:spPr>
          <a:xfrm>
            <a:off x="1630576" y="1827807"/>
            <a:ext cx="302311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Rechte verbindingslijn 14">
            <a:extLst>
              <a:ext uri="{FF2B5EF4-FFF2-40B4-BE49-F238E27FC236}">
                <a16:creationId xmlns:a16="http://schemas.microsoft.com/office/drawing/2014/main" id="{C3DA424E-CF5D-EA92-BEDC-2E17D5B055D5}"/>
              </a:ext>
            </a:extLst>
          </p:cNvPr>
          <p:cNvCxnSpPr/>
          <p:nvPr userDrawn="1"/>
        </p:nvCxnSpPr>
        <p:spPr>
          <a:xfrm>
            <a:off x="1630576" y="3233863"/>
            <a:ext cx="302311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kstvak 15">
            <a:extLst>
              <a:ext uri="{FF2B5EF4-FFF2-40B4-BE49-F238E27FC236}">
                <a16:creationId xmlns:a16="http://schemas.microsoft.com/office/drawing/2014/main" id="{AA07BC53-4F3D-828F-8B7B-7F65F9761353}"/>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solidFill>
                  <a:schemeClr val="tx1"/>
                </a:solidFill>
              </a:rPr>
              <a:t>‹#›</a:t>
            </a:fld>
            <a:endParaRPr lang="nl-BE" sz="800" dirty="0">
              <a:solidFill>
                <a:schemeClr val="tx1"/>
              </a:solidFill>
            </a:endParaRPr>
          </a:p>
        </p:txBody>
      </p:sp>
    </p:spTree>
    <p:extLst>
      <p:ext uri="{BB962C8B-B14F-4D97-AF65-F5344CB8AC3E}">
        <p14:creationId xmlns:p14="http://schemas.microsoft.com/office/powerpoint/2010/main" val="8457615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7_Diapositive de titr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35E20068-33AD-8516-F99A-77C2A343A59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588"/>
            <a:ext cx="9144000" cy="5143500"/>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0C72E0E2-4362-295C-D4BA-968B9B03745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07226" y="412720"/>
            <a:ext cx="193979" cy="132329"/>
          </a:xfrm>
          <a:prstGeom prst="rect">
            <a:avLst/>
          </a:prstGeom>
        </p:spPr>
      </p:pic>
      <p:sp>
        <p:nvSpPr>
          <p:cNvPr id="5" name="Titel 6">
            <a:extLst>
              <a:ext uri="{FF2B5EF4-FFF2-40B4-BE49-F238E27FC236}">
                <a16:creationId xmlns:a16="http://schemas.microsoft.com/office/drawing/2014/main" id="{F13B3F19-BD20-8D23-7C1A-1A8A305E52BB}"/>
              </a:ext>
            </a:extLst>
          </p:cNvPr>
          <p:cNvSpPr>
            <a:spLocks noGrp="1"/>
          </p:cNvSpPr>
          <p:nvPr>
            <p:ph type="title" hasCustomPrompt="1"/>
          </p:nvPr>
        </p:nvSpPr>
        <p:spPr>
          <a:xfrm>
            <a:off x="2326910" y="956717"/>
            <a:ext cx="4480210" cy="430888"/>
          </a:xfrm>
          <a:prstGeom prst="rect">
            <a:avLst/>
          </a:prstGeom>
        </p:spPr>
        <p:txBody>
          <a:bodyPr/>
          <a:lstStyle>
            <a:lvl1pPr algn="ctr">
              <a:defRPr sz="2200" b="1" i="0">
                <a:solidFill>
                  <a:schemeClr val="bg2"/>
                </a:solidFill>
                <a:latin typeface="Belfius21" pitchFamily="2" charset="77"/>
              </a:defRPr>
            </a:lvl1pPr>
          </a:lstStyle>
          <a:p>
            <a:r>
              <a:rPr lang="nl-NL" dirty="0" err="1"/>
              <a:t>Apitatis</a:t>
            </a:r>
            <a:r>
              <a:rPr lang="nl-NL" dirty="0"/>
              <a:t> ex </a:t>
            </a:r>
            <a:r>
              <a:rPr lang="nl-NL" dirty="0" err="1"/>
              <a:t>evernatat</a:t>
            </a:r>
            <a:r>
              <a:rPr lang="nl-NL" dirty="0"/>
              <a:t>. </a:t>
            </a:r>
            <a:br>
              <a:rPr lang="nl-NL" dirty="0"/>
            </a:br>
            <a:r>
              <a:rPr lang="nl-NL" dirty="0"/>
              <a:t>Is </a:t>
            </a:r>
            <a:r>
              <a:rPr lang="nl-NL" dirty="0" err="1"/>
              <a:t>ditinuscid</a:t>
            </a:r>
            <a:r>
              <a:rPr lang="nl-NL" dirty="0"/>
              <a:t> </a:t>
            </a:r>
            <a:r>
              <a:rPr lang="nl-NL" dirty="0" err="1"/>
              <a:t>quam</a:t>
            </a:r>
            <a:r>
              <a:rPr lang="nl-NL" dirty="0"/>
              <a:t>, </a:t>
            </a:r>
            <a:r>
              <a:rPr lang="nl-NL" dirty="0" err="1"/>
              <a:t>totat</a:t>
            </a:r>
            <a:r>
              <a:rPr lang="nl-NL" dirty="0"/>
              <a:t>.</a:t>
            </a:r>
          </a:p>
        </p:txBody>
      </p:sp>
      <p:sp>
        <p:nvSpPr>
          <p:cNvPr id="6" name="Tijdelijke aanduiding voor tekst 16">
            <a:extLst>
              <a:ext uri="{FF2B5EF4-FFF2-40B4-BE49-F238E27FC236}">
                <a16:creationId xmlns:a16="http://schemas.microsoft.com/office/drawing/2014/main" id="{A0F38C51-F244-67E7-C620-F3CD41E61240}"/>
              </a:ext>
            </a:extLst>
          </p:cNvPr>
          <p:cNvSpPr>
            <a:spLocks noGrp="1"/>
          </p:cNvSpPr>
          <p:nvPr>
            <p:ph type="body" sz="quarter" idx="12" hasCustomPrompt="1"/>
          </p:nvPr>
        </p:nvSpPr>
        <p:spPr>
          <a:xfrm>
            <a:off x="1660550" y="1925713"/>
            <a:ext cx="5807050" cy="2414800"/>
          </a:xfrm>
        </p:spPr>
        <p:txBody>
          <a:bodyPr/>
          <a:lstStyle>
            <a:lvl1pPr algn="ctr">
              <a:defRPr sz="1050">
                <a:solidFill>
                  <a:schemeClr val="bg2"/>
                </a:solidFill>
              </a:defRPr>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7" name="Tekstvak 6">
            <a:extLst>
              <a:ext uri="{FF2B5EF4-FFF2-40B4-BE49-F238E27FC236}">
                <a16:creationId xmlns:a16="http://schemas.microsoft.com/office/drawing/2014/main" id="{6598008C-F637-84B5-57D3-B246E9B2D348}"/>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solidFill>
                  <a:schemeClr val="bg2"/>
                </a:solidFill>
              </a:rPr>
              <a:t>‹#›</a:t>
            </a:fld>
            <a:endParaRPr lang="nl-BE" sz="800" dirty="0">
              <a:solidFill>
                <a:schemeClr val="bg2"/>
              </a:solidFill>
            </a:endParaRPr>
          </a:p>
        </p:txBody>
      </p:sp>
    </p:spTree>
    <p:extLst>
      <p:ext uri="{BB962C8B-B14F-4D97-AF65-F5344CB8AC3E}">
        <p14:creationId xmlns:p14="http://schemas.microsoft.com/office/powerpoint/2010/main" val="1620075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8_Diapositive de titre">
    <p:spTree>
      <p:nvGrpSpPr>
        <p:cNvPr id="1" name=""/>
        <p:cNvGrpSpPr/>
        <p:nvPr/>
      </p:nvGrpSpPr>
      <p:grpSpPr>
        <a:xfrm>
          <a:off x="0" y="0"/>
          <a:ext cx="0" cy="0"/>
          <a:chOff x="0" y="0"/>
          <a:chExt cx="0" cy="0"/>
        </a:xfrm>
      </p:grpSpPr>
      <p:pic>
        <p:nvPicPr>
          <p:cNvPr id="2" name="Image 7">
            <a:extLst>
              <a:ext uri="{FF2B5EF4-FFF2-40B4-BE49-F238E27FC236}">
                <a16:creationId xmlns:a16="http://schemas.microsoft.com/office/drawing/2014/main" id="{604B324D-1C8F-5C0D-BA7F-AAC3B67AE96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50558" cy="5145087"/>
          </a:xfrm>
          <a:prstGeom prst="rect">
            <a:avLst/>
          </a:prstGeom>
        </p:spPr>
      </p:pic>
      <p:pic>
        <p:nvPicPr>
          <p:cNvPr id="3" name="Afbeelding 2" descr="Afbeelding met schermopname, Graphics, wit, ontwerp&#10;&#10;Automatisch gegenereerde beschrijving">
            <a:extLst>
              <a:ext uri="{FF2B5EF4-FFF2-40B4-BE49-F238E27FC236}">
                <a16:creationId xmlns:a16="http://schemas.microsoft.com/office/drawing/2014/main" id="{0C72E0E2-4362-295C-D4BA-968B9B03745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07226" y="412720"/>
            <a:ext cx="193979" cy="132329"/>
          </a:xfrm>
          <a:prstGeom prst="rect">
            <a:avLst/>
          </a:prstGeom>
        </p:spPr>
      </p:pic>
      <p:sp>
        <p:nvSpPr>
          <p:cNvPr id="5" name="Titel 6">
            <a:extLst>
              <a:ext uri="{FF2B5EF4-FFF2-40B4-BE49-F238E27FC236}">
                <a16:creationId xmlns:a16="http://schemas.microsoft.com/office/drawing/2014/main" id="{F13B3F19-BD20-8D23-7C1A-1A8A305E52BB}"/>
              </a:ext>
            </a:extLst>
          </p:cNvPr>
          <p:cNvSpPr>
            <a:spLocks noGrp="1"/>
          </p:cNvSpPr>
          <p:nvPr>
            <p:ph type="title" hasCustomPrompt="1"/>
          </p:nvPr>
        </p:nvSpPr>
        <p:spPr>
          <a:xfrm>
            <a:off x="2326910" y="956717"/>
            <a:ext cx="4480210" cy="430888"/>
          </a:xfrm>
          <a:prstGeom prst="rect">
            <a:avLst/>
          </a:prstGeom>
        </p:spPr>
        <p:txBody>
          <a:bodyPr/>
          <a:lstStyle>
            <a:lvl1pPr algn="ctr">
              <a:defRPr sz="2200" b="1" i="0">
                <a:solidFill>
                  <a:schemeClr val="bg2"/>
                </a:solidFill>
                <a:latin typeface="Belfius21" pitchFamily="2" charset="77"/>
              </a:defRPr>
            </a:lvl1pPr>
          </a:lstStyle>
          <a:p>
            <a:r>
              <a:rPr lang="nl-NL" dirty="0" err="1"/>
              <a:t>Apitatis</a:t>
            </a:r>
            <a:r>
              <a:rPr lang="nl-NL" dirty="0"/>
              <a:t> ex </a:t>
            </a:r>
            <a:r>
              <a:rPr lang="nl-NL" dirty="0" err="1"/>
              <a:t>evernatat</a:t>
            </a:r>
            <a:r>
              <a:rPr lang="nl-NL" dirty="0"/>
              <a:t>. </a:t>
            </a:r>
            <a:br>
              <a:rPr lang="nl-NL" dirty="0"/>
            </a:br>
            <a:r>
              <a:rPr lang="nl-NL" dirty="0"/>
              <a:t>Is </a:t>
            </a:r>
            <a:r>
              <a:rPr lang="nl-NL" dirty="0" err="1"/>
              <a:t>ditinuscid</a:t>
            </a:r>
            <a:r>
              <a:rPr lang="nl-NL" dirty="0"/>
              <a:t> </a:t>
            </a:r>
            <a:r>
              <a:rPr lang="nl-NL" dirty="0" err="1"/>
              <a:t>quam</a:t>
            </a:r>
            <a:r>
              <a:rPr lang="nl-NL" dirty="0"/>
              <a:t>, </a:t>
            </a:r>
            <a:r>
              <a:rPr lang="nl-NL" dirty="0" err="1"/>
              <a:t>totat</a:t>
            </a:r>
            <a:r>
              <a:rPr lang="nl-NL" dirty="0"/>
              <a:t>.</a:t>
            </a:r>
          </a:p>
        </p:txBody>
      </p:sp>
      <p:sp>
        <p:nvSpPr>
          <p:cNvPr id="6" name="Tijdelijke aanduiding voor tekst 16">
            <a:extLst>
              <a:ext uri="{FF2B5EF4-FFF2-40B4-BE49-F238E27FC236}">
                <a16:creationId xmlns:a16="http://schemas.microsoft.com/office/drawing/2014/main" id="{A0F38C51-F244-67E7-C620-F3CD41E61240}"/>
              </a:ext>
            </a:extLst>
          </p:cNvPr>
          <p:cNvSpPr>
            <a:spLocks noGrp="1"/>
          </p:cNvSpPr>
          <p:nvPr>
            <p:ph type="body" sz="quarter" idx="12" hasCustomPrompt="1"/>
          </p:nvPr>
        </p:nvSpPr>
        <p:spPr>
          <a:xfrm>
            <a:off x="1660550" y="1925713"/>
            <a:ext cx="5807050" cy="2414800"/>
          </a:xfrm>
        </p:spPr>
        <p:txBody>
          <a:bodyPr/>
          <a:lstStyle>
            <a:lvl1pPr algn="ctr">
              <a:defRPr sz="1050">
                <a:solidFill>
                  <a:schemeClr val="bg2"/>
                </a:solidFill>
              </a:defRPr>
            </a:lvl1pPr>
          </a:lstStyle>
          <a:p>
            <a:pPr lvl="0"/>
            <a:r>
              <a:rPr lang="nl-NL" dirty="0" err="1"/>
              <a:t>Apitatis</a:t>
            </a:r>
            <a:r>
              <a:rPr lang="nl-NL" dirty="0"/>
              <a:t> ex </a:t>
            </a:r>
            <a:r>
              <a:rPr lang="nl-NL" dirty="0" err="1"/>
              <a:t>evernatat</a:t>
            </a:r>
            <a:r>
              <a:rPr lang="nl-NL" dirty="0"/>
              <a:t>. Is </a:t>
            </a:r>
            <a:r>
              <a:rPr lang="nl-NL" dirty="0" err="1"/>
              <a:t>ditinuscid</a:t>
            </a:r>
            <a:r>
              <a:rPr lang="nl-NL" dirty="0"/>
              <a:t> </a:t>
            </a:r>
            <a:r>
              <a:rPr lang="nl-NL" dirty="0" err="1"/>
              <a:t>quam</a:t>
            </a:r>
            <a:r>
              <a:rPr lang="nl-NL" dirty="0"/>
              <a:t>, </a:t>
            </a:r>
            <a:r>
              <a:rPr lang="nl-NL" dirty="0" err="1"/>
              <a:t>totat</a:t>
            </a:r>
            <a:r>
              <a:rPr lang="nl-NL" dirty="0"/>
              <a:t>.</a:t>
            </a:r>
          </a:p>
          <a:p>
            <a:pPr lvl="0"/>
            <a:r>
              <a:rPr lang="nl-NL" dirty="0"/>
              <a:t>Min re </a:t>
            </a:r>
            <a:r>
              <a:rPr lang="nl-NL" dirty="0" err="1"/>
              <a:t>voluptatus</a:t>
            </a:r>
            <a:r>
              <a:rPr lang="nl-NL" dirty="0"/>
              <a:t>, </a:t>
            </a:r>
            <a:r>
              <a:rPr lang="nl-NL" dirty="0" err="1"/>
              <a:t>susanim</a:t>
            </a:r>
            <a:r>
              <a:rPr lang="nl-NL" dirty="0"/>
              <a:t> </a:t>
            </a:r>
            <a:r>
              <a:rPr lang="nl-NL" dirty="0" err="1"/>
              <a:t>illaboribusa</a:t>
            </a:r>
            <a:r>
              <a:rPr lang="nl-NL" dirty="0"/>
              <a:t> </a:t>
            </a:r>
            <a:r>
              <a:rPr lang="nl-NL" dirty="0" err="1"/>
              <a:t>quibus</a:t>
            </a:r>
            <a:r>
              <a:rPr lang="nl-NL" dirty="0"/>
              <a:t>.</a:t>
            </a:r>
          </a:p>
          <a:p>
            <a:pPr lvl="0"/>
            <a:endParaRPr lang="nl-NL" dirty="0"/>
          </a:p>
        </p:txBody>
      </p:sp>
      <p:sp>
        <p:nvSpPr>
          <p:cNvPr id="7" name="Tekstvak 6">
            <a:extLst>
              <a:ext uri="{FF2B5EF4-FFF2-40B4-BE49-F238E27FC236}">
                <a16:creationId xmlns:a16="http://schemas.microsoft.com/office/drawing/2014/main" id="{6598008C-F637-84B5-57D3-B246E9B2D348}"/>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solidFill>
                  <a:schemeClr val="bg2"/>
                </a:solidFill>
              </a:rPr>
              <a:t>‹#›</a:t>
            </a:fld>
            <a:endParaRPr lang="nl-BE" sz="800" dirty="0">
              <a:solidFill>
                <a:schemeClr val="bg2"/>
              </a:solidFill>
            </a:endParaRPr>
          </a:p>
        </p:txBody>
      </p:sp>
    </p:spTree>
    <p:extLst>
      <p:ext uri="{BB962C8B-B14F-4D97-AF65-F5344CB8AC3E}">
        <p14:creationId xmlns:p14="http://schemas.microsoft.com/office/powerpoint/2010/main" val="1059008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2_Diapositive de titr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769B5762-A3F7-A79A-EEB2-20835F4F67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588"/>
            <a:ext cx="9144000" cy="5143500"/>
          </a:xfrm>
          <a:prstGeom prst="rect">
            <a:avLst/>
          </a:prstGeom>
        </p:spPr>
      </p:pic>
      <p:pic>
        <p:nvPicPr>
          <p:cNvPr id="3" name="Afbeelding 2" descr="Afbeelding met Lettertype, Graphics, logo, symbool&#10;&#10;Door AI gegenereerde inhoud is mogelijk onjuist.">
            <a:extLst>
              <a:ext uri="{FF2B5EF4-FFF2-40B4-BE49-F238E27FC236}">
                <a16:creationId xmlns:a16="http://schemas.microsoft.com/office/drawing/2014/main" id="{A6D14106-11C4-31A7-D257-95450655CE4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001788" y="2258633"/>
            <a:ext cx="1140424" cy="627821"/>
          </a:xfrm>
          <a:prstGeom prst="rect">
            <a:avLst/>
          </a:prstGeom>
        </p:spPr>
      </p:pic>
    </p:spTree>
    <p:extLst>
      <p:ext uri="{BB962C8B-B14F-4D97-AF65-F5344CB8AC3E}">
        <p14:creationId xmlns:p14="http://schemas.microsoft.com/office/powerpoint/2010/main" val="19990678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EF292-4557-804E-D61E-8E84B7984E02}"/>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8140C55E-9C99-90BD-F5B7-5DE76BBBD6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E5BB7EC6-8560-D77F-208E-A256792E8856}"/>
              </a:ext>
            </a:extLst>
          </p:cNvPr>
          <p:cNvSpPr>
            <a:spLocks noGrp="1"/>
          </p:cNvSpPr>
          <p:nvPr>
            <p:ph type="dt" sz="half" idx="10"/>
          </p:nvPr>
        </p:nvSpPr>
        <p:spPr/>
        <p:txBody>
          <a:bodyPr/>
          <a:lstStyle/>
          <a:p>
            <a:fld id="{19C575E5-7513-4E2A-B8D6-68FEAA392C6A}" type="datetimeFigureOut">
              <a:rPr lang="en-BE" smtClean="0"/>
              <a:t>05/10/2026</a:t>
            </a:fld>
            <a:endParaRPr lang="en-BE"/>
          </a:p>
        </p:txBody>
      </p:sp>
      <p:sp>
        <p:nvSpPr>
          <p:cNvPr id="5" name="Footer Placeholder 4">
            <a:extLst>
              <a:ext uri="{FF2B5EF4-FFF2-40B4-BE49-F238E27FC236}">
                <a16:creationId xmlns:a16="http://schemas.microsoft.com/office/drawing/2014/main" id="{EBCEB22D-97AE-8D6B-CE3C-787302616B0B}"/>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1D016E8B-AB2C-81F1-5080-45B0081BB922}"/>
              </a:ext>
            </a:extLst>
          </p:cNvPr>
          <p:cNvSpPr>
            <a:spLocks noGrp="1"/>
          </p:cNvSpPr>
          <p:nvPr>
            <p:ph type="sldNum" sz="quarter" idx="12"/>
          </p:nvPr>
        </p:nvSpPr>
        <p:spPr/>
        <p:txBody>
          <a:bodyPr/>
          <a:lstStyle/>
          <a:p>
            <a:fld id="{69DD9A0E-51D2-4CDF-B8AD-8738464B3B33}" type="slidenum">
              <a:rPr lang="en-BE" smtClean="0"/>
              <a:t>‹#›</a:t>
            </a:fld>
            <a:endParaRPr lang="en-BE"/>
          </a:p>
        </p:txBody>
      </p:sp>
    </p:spTree>
    <p:extLst>
      <p:ext uri="{BB962C8B-B14F-4D97-AF65-F5344CB8AC3E}">
        <p14:creationId xmlns:p14="http://schemas.microsoft.com/office/powerpoint/2010/main" val="15812627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CD1ED-016A-E423-78E7-446B5E61B5A4}"/>
              </a:ext>
            </a:extLst>
          </p:cNvPr>
          <p:cNvSpPr>
            <a:spLocks noGrp="1"/>
          </p:cNvSpPr>
          <p:nvPr>
            <p:ph type="title"/>
          </p:nvPr>
        </p:nvSpPr>
        <p:spPr/>
        <p:txBody>
          <a:bodyPr/>
          <a:lstStyle/>
          <a:p>
            <a:r>
              <a:rPr lang="en-US"/>
              <a:t>Click to edit Master title style</a:t>
            </a:r>
            <a:endParaRPr lang="en-BE"/>
          </a:p>
        </p:txBody>
      </p:sp>
      <p:sp>
        <p:nvSpPr>
          <p:cNvPr id="3" name="Date Placeholder 2">
            <a:extLst>
              <a:ext uri="{FF2B5EF4-FFF2-40B4-BE49-F238E27FC236}">
                <a16:creationId xmlns:a16="http://schemas.microsoft.com/office/drawing/2014/main" id="{C8B1635F-33A4-4F1D-6C88-BF60C4BFBD4B}"/>
              </a:ext>
            </a:extLst>
          </p:cNvPr>
          <p:cNvSpPr>
            <a:spLocks noGrp="1"/>
          </p:cNvSpPr>
          <p:nvPr>
            <p:ph type="dt" sz="half" idx="10"/>
          </p:nvPr>
        </p:nvSpPr>
        <p:spPr/>
        <p:txBody>
          <a:bodyPr/>
          <a:lstStyle/>
          <a:p>
            <a:fld id="{19C575E5-7513-4E2A-B8D6-68FEAA392C6A}" type="datetimeFigureOut">
              <a:rPr lang="en-BE" smtClean="0"/>
              <a:t>05/10/2026</a:t>
            </a:fld>
            <a:endParaRPr lang="en-BE"/>
          </a:p>
        </p:txBody>
      </p:sp>
      <p:sp>
        <p:nvSpPr>
          <p:cNvPr id="4" name="Footer Placeholder 3">
            <a:extLst>
              <a:ext uri="{FF2B5EF4-FFF2-40B4-BE49-F238E27FC236}">
                <a16:creationId xmlns:a16="http://schemas.microsoft.com/office/drawing/2014/main" id="{6B29E590-CB00-CBC7-95B3-182D3FED13C5}"/>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0C706FE2-B2DC-1973-9272-258E6531EEB6}"/>
              </a:ext>
            </a:extLst>
          </p:cNvPr>
          <p:cNvSpPr>
            <a:spLocks noGrp="1"/>
          </p:cNvSpPr>
          <p:nvPr>
            <p:ph type="sldNum" sz="quarter" idx="12"/>
          </p:nvPr>
        </p:nvSpPr>
        <p:spPr/>
        <p:txBody>
          <a:bodyPr/>
          <a:lstStyle/>
          <a:p>
            <a:fld id="{69DD9A0E-51D2-4CDF-B8AD-8738464B3B33}" type="slidenum">
              <a:rPr lang="en-BE" smtClean="0"/>
              <a:t>‹#›</a:t>
            </a:fld>
            <a:endParaRPr lang="en-BE"/>
          </a:p>
        </p:txBody>
      </p:sp>
    </p:spTree>
    <p:extLst>
      <p:ext uri="{BB962C8B-B14F-4D97-AF65-F5344CB8AC3E}">
        <p14:creationId xmlns:p14="http://schemas.microsoft.com/office/powerpoint/2010/main" val="4081383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D32AFBF-B1D3-F10F-44C5-EDF785EDA71A}"/>
              </a:ext>
            </a:extLst>
          </p:cNvPr>
          <p:cNvSpPr>
            <a:spLocks noGrp="1"/>
          </p:cNvSpPr>
          <p:nvPr>
            <p:ph type="body" idx="1"/>
          </p:nvPr>
        </p:nvSpPr>
        <p:spPr>
          <a:xfrm>
            <a:off x="550200" y="948285"/>
            <a:ext cx="7773000" cy="3558916"/>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nl-NL" dirty="0"/>
          </a:p>
        </p:txBody>
      </p:sp>
      <p:sp>
        <p:nvSpPr>
          <p:cNvPr id="3" name="Tekstvak 2">
            <a:extLst>
              <a:ext uri="{FF2B5EF4-FFF2-40B4-BE49-F238E27FC236}">
                <a16:creationId xmlns:a16="http://schemas.microsoft.com/office/drawing/2014/main" id="{FDC1C63B-9733-8324-8C46-ACB8EBD0AAC1}"/>
              </a:ext>
            </a:extLst>
          </p:cNvPr>
          <p:cNvSpPr txBox="1"/>
          <p:nvPr userDrawn="1"/>
        </p:nvSpPr>
        <p:spPr>
          <a:xfrm>
            <a:off x="8520710" y="4745667"/>
            <a:ext cx="623290" cy="204825"/>
          </a:xfrm>
          <a:prstGeom prst="rect">
            <a:avLst/>
          </a:prstGeom>
          <a:noFill/>
        </p:spPr>
        <p:txBody>
          <a:bodyPr wrap="square" rtlCol="0">
            <a:noAutofit/>
          </a:bodyPr>
          <a:lstStyle/>
          <a:p>
            <a:pPr algn="l">
              <a:lnSpc>
                <a:spcPct val="150000"/>
              </a:lnSpc>
            </a:pPr>
            <a:fld id="{1CC437AE-4F67-5F49-A549-F8092C545833}" type="slidenum">
              <a:rPr lang="nl-BE" sz="800" smtClean="0"/>
              <a:t>‹#›</a:t>
            </a:fld>
            <a:endParaRPr lang="nl-BE" sz="800" dirty="0"/>
          </a:p>
        </p:txBody>
      </p:sp>
    </p:spTree>
    <p:extLst>
      <p:ext uri="{BB962C8B-B14F-4D97-AF65-F5344CB8AC3E}">
        <p14:creationId xmlns:p14="http://schemas.microsoft.com/office/powerpoint/2010/main" val="1295209970"/>
      </p:ext>
    </p:extLst>
  </p:cSld>
  <p:clrMap bg1="lt1" tx1="dk1" bg2="lt2" tx2="dk2" accent1="accent1" accent2="accent2" accent3="accent3" accent4="accent4" accent5="accent5" accent6="accent6" hlink="hlink" folHlink="folHlink"/>
  <p:sldLayoutIdLst>
    <p:sldLayoutId id="2147483848" r:id="rId1"/>
    <p:sldLayoutId id="2147483841" r:id="rId2"/>
    <p:sldLayoutId id="2147483849" r:id="rId3"/>
    <p:sldLayoutId id="2147483842" r:id="rId4"/>
    <p:sldLayoutId id="2147483802" r:id="rId5"/>
    <p:sldLayoutId id="2147483804" r:id="rId6"/>
    <p:sldLayoutId id="2147483806" r:id="rId7"/>
    <p:sldLayoutId id="2147483800" r:id="rId8"/>
    <p:sldLayoutId id="2147483853" r:id="rId9"/>
    <p:sldLayoutId id="2147483808" r:id="rId10"/>
    <p:sldLayoutId id="2147483851" r:id="rId11"/>
    <p:sldLayoutId id="2147483797" r:id="rId12"/>
    <p:sldLayoutId id="2147483798" r:id="rId13"/>
    <p:sldLayoutId id="2147483850" r:id="rId14"/>
    <p:sldLayoutId id="2147483814" r:id="rId15"/>
    <p:sldLayoutId id="2147483812" r:id="rId16"/>
    <p:sldLayoutId id="2147483816" r:id="rId17"/>
    <p:sldLayoutId id="2147483818" r:id="rId18"/>
    <p:sldLayoutId id="2147483820" r:id="rId19"/>
    <p:sldLayoutId id="2147483822" r:id="rId20"/>
    <p:sldLayoutId id="2147483847" r:id="rId21"/>
    <p:sldLayoutId id="2147483823" r:id="rId22"/>
    <p:sldLayoutId id="2147483843" r:id="rId23"/>
    <p:sldLayoutId id="2147483825" r:id="rId24"/>
    <p:sldLayoutId id="2147483828" r:id="rId25"/>
    <p:sldLayoutId id="2147483838" r:id="rId26"/>
    <p:sldLayoutId id="2147483840" r:id="rId27"/>
    <p:sldLayoutId id="2147483836" r:id="rId28"/>
    <p:sldLayoutId id="2147483852" r:id="rId29"/>
    <p:sldLayoutId id="2147483846" r:id="rId30"/>
    <p:sldLayoutId id="2147483855" r:id="rId31"/>
    <p:sldLayoutId id="2147483856" r:id="rId32"/>
  </p:sldLayoutIdLst>
  <p:hf hdr="0" ftr="0" dt="0"/>
  <p:txStyles>
    <p:titleStyle>
      <a:lvl1pPr>
        <a:defRPr>
          <a:latin typeface="+mj-lt"/>
          <a:ea typeface="+mj-ea"/>
          <a:cs typeface="+mj-cs"/>
        </a:defRPr>
      </a:lvl1pPr>
    </p:titleStyle>
    <p:bodyStyle>
      <a:lvl1pPr marL="0">
        <a:defRPr b="0" i="0">
          <a:latin typeface="Belfius21 Light" pitchFamily="2" charset="77"/>
          <a:ea typeface="+mn-ea"/>
          <a:cs typeface="+mn-cs"/>
        </a:defRPr>
      </a:lvl1pPr>
      <a:lvl2pPr marL="493633" indent="-285720">
        <a:buClr>
          <a:schemeClr val="accent1"/>
        </a:buClr>
        <a:buSzPct val="100000"/>
        <a:buFont typeface="Arial" panose="020B0604020202020204" pitchFamily="34" charset="0"/>
        <a:buChar char="•"/>
        <a:defRPr sz="1200" b="0" i="0" baseline="0">
          <a:latin typeface="Belfius21 Light" pitchFamily="2" charset="77"/>
          <a:ea typeface="+mn-ea"/>
          <a:cs typeface="+mn-cs"/>
        </a:defRPr>
      </a:lvl2pPr>
      <a:lvl3pPr marL="701545" indent="-285720">
        <a:buClr>
          <a:schemeClr val="accent1"/>
        </a:buClr>
        <a:buSzPct val="100000"/>
        <a:buFont typeface="Arial" panose="020B0604020202020204" pitchFamily="34" charset="0"/>
        <a:buChar char="•"/>
        <a:defRPr sz="1000" b="0" i="0" baseline="0">
          <a:latin typeface="Belfius21 Light" pitchFamily="2" charset="77"/>
          <a:ea typeface="+mn-ea"/>
          <a:cs typeface="+mn-cs"/>
        </a:defRPr>
      </a:lvl3pPr>
      <a:lvl4pPr marL="909458" indent="-285720">
        <a:buClr>
          <a:schemeClr val="accent1"/>
        </a:buClr>
        <a:buSzPct val="100000"/>
        <a:buFont typeface="Arial" panose="020B0604020202020204" pitchFamily="34" charset="0"/>
        <a:buChar char="•"/>
        <a:defRPr sz="1000" b="0" i="0" baseline="0">
          <a:latin typeface="Belfius21 Light" pitchFamily="2" charset="77"/>
          <a:ea typeface="+mn-ea"/>
          <a:cs typeface="+mn-cs"/>
        </a:defRPr>
      </a:lvl4pPr>
      <a:lvl5pPr marL="1117369" indent="-285720">
        <a:buClr>
          <a:schemeClr val="accent1"/>
        </a:buClr>
        <a:buSzPct val="100000"/>
        <a:buFont typeface="Arial" panose="020B0604020202020204" pitchFamily="34" charset="0"/>
        <a:buChar char="•"/>
        <a:defRPr sz="1000" b="0" i="0" baseline="0">
          <a:latin typeface="Belfius21 Light" pitchFamily="2" charset="77"/>
          <a:ea typeface="+mn-ea"/>
          <a:cs typeface="+mn-cs"/>
        </a:defRPr>
      </a:lvl5pPr>
      <a:lvl6pPr marL="1039563">
        <a:defRPr>
          <a:latin typeface="+mn-lt"/>
          <a:ea typeface="+mn-ea"/>
          <a:cs typeface="+mn-cs"/>
        </a:defRPr>
      </a:lvl6pPr>
      <a:lvl7pPr marL="1247475">
        <a:defRPr>
          <a:latin typeface="+mn-lt"/>
          <a:ea typeface="+mn-ea"/>
          <a:cs typeface="+mn-cs"/>
        </a:defRPr>
      </a:lvl7pPr>
      <a:lvl8pPr marL="1455388">
        <a:defRPr>
          <a:latin typeface="+mn-lt"/>
          <a:ea typeface="+mn-ea"/>
          <a:cs typeface="+mn-cs"/>
        </a:defRPr>
      </a:lvl8pPr>
      <a:lvl9pPr marL="1663300">
        <a:defRPr>
          <a:latin typeface="+mn-lt"/>
          <a:ea typeface="+mn-ea"/>
          <a:cs typeface="+mn-cs"/>
        </a:defRPr>
      </a:lvl9pPr>
    </p:bodyStyle>
    <p:otherStyle>
      <a:lvl1pPr marL="0">
        <a:defRPr>
          <a:latin typeface="+mn-lt"/>
          <a:ea typeface="+mn-ea"/>
          <a:cs typeface="+mn-cs"/>
        </a:defRPr>
      </a:lvl1pPr>
      <a:lvl2pPr marL="207913">
        <a:defRPr>
          <a:latin typeface="+mn-lt"/>
          <a:ea typeface="+mn-ea"/>
          <a:cs typeface="+mn-cs"/>
        </a:defRPr>
      </a:lvl2pPr>
      <a:lvl3pPr marL="415825">
        <a:defRPr>
          <a:latin typeface="+mn-lt"/>
          <a:ea typeface="+mn-ea"/>
          <a:cs typeface="+mn-cs"/>
        </a:defRPr>
      </a:lvl3pPr>
      <a:lvl4pPr marL="623738">
        <a:defRPr>
          <a:latin typeface="+mn-lt"/>
          <a:ea typeface="+mn-ea"/>
          <a:cs typeface="+mn-cs"/>
        </a:defRPr>
      </a:lvl4pPr>
      <a:lvl5pPr marL="831650">
        <a:defRPr>
          <a:latin typeface="+mn-lt"/>
          <a:ea typeface="+mn-ea"/>
          <a:cs typeface="+mn-cs"/>
        </a:defRPr>
      </a:lvl5pPr>
      <a:lvl6pPr marL="1039563">
        <a:defRPr>
          <a:latin typeface="+mn-lt"/>
          <a:ea typeface="+mn-ea"/>
          <a:cs typeface="+mn-cs"/>
        </a:defRPr>
      </a:lvl6pPr>
      <a:lvl7pPr marL="1247475">
        <a:defRPr>
          <a:latin typeface="+mn-lt"/>
          <a:ea typeface="+mn-ea"/>
          <a:cs typeface="+mn-cs"/>
        </a:defRPr>
      </a:lvl7pPr>
      <a:lvl8pPr marL="1455388">
        <a:defRPr>
          <a:latin typeface="+mn-lt"/>
          <a:ea typeface="+mn-ea"/>
          <a:cs typeface="+mn-cs"/>
        </a:defRPr>
      </a:lvl8pPr>
      <a:lvl9pPr marL="16633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D98FD-8AF8-F62A-CFE2-B92A7D8AC124}"/>
              </a:ext>
            </a:extLst>
          </p:cNvPr>
          <p:cNvSpPr>
            <a:spLocks noGrp="1"/>
          </p:cNvSpPr>
          <p:nvPr>
            <p:ph type="title"/>
          </p:nvPr>
        </p:nvSpPr>
        <p:spPr/>
        <p:txBody>
          <a:bodyPr/>
          <a:lstStyle/>
          <a:p>
            <a:r>
              <a:rPr lang="en-GB" dirty="0"/>
              <a:t>AI for security</a:t>
            </a:r>
            <a:endParaRPr lang="en-BE" dirty="0"/>
          </a:p>
        </p:txBody>
      </p:sp>
      <p:sp>
        <p:nvSpPr>
          <p:cNvPr id="3" name="Text Placeholder 2">
            <a:extLst>
              <a:ext uri="{FF2B5EF4-FFF2-40B4-BE49-F238E27FC236}">
                <a16:creationId xmlns:a16="http://schemas.microsoft.com/office/drawing/2014/main" id="{D841D409-8EE3-5106-198D-09E0F7DD08E9}"/>
              </a:ext>
            </a:extLst>
          </p:cNvPr>
          <p:cNvSpPr>
            <a:spLocks noGrp="1"/>
          </p:cNvSpPr>
          <p:nvPr>
            <p:ph type="body" sz="quarter" idx="12"/>
          </p:nvPr>
        </p:nvSpPr>
        <p:spPr/>
        <p:txBody>
          <a:bodyPr/>
          <a:lstStyle/>
          <a:p>
            <a:r>
              <a:rPr lang="en-GB" dirty="0"/>
              <a:t>And the challenges that come with it</a:t>
            </a:r>
            <a:endParaRPr lang="en-BE" dirty="0"/>
          </a:p>
        </p:txBody>
      </p:sp>
    </p:spTree>
    <p:extLst>
      <p:ext uri="{BB962C8B-B14F-4D97-AF65-F5344CB8AC3E}">
        <p14:creationId xmlns:p14="http://schemas.microsoft.com/office/powerpoint/2010/main" val="1430789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007A9-FC7D-0C12-29C3-D370B370E9A4}"/>
              </a:ext>
            </a:extLst>
          </p:cNvPr>
          <p:cNvSpPr>
            <a:spLocks noGrp="1"/>
          </p:cNvSpPr>
          <p:nvPr>
            <p:ph type="title"/>
          </p:nvPr>
        </p:nvSpPr>
        <p:spPr/>
        <p:txBody>
          <a:bodyPr/>
          <a:lstStyle/>
          <a:p>
            <a:r>
              <a:rPr lang="en-GB" dirty="0"/>
              <a:t>The M-word</a:t>
            </a:r>
            <a:endParaRPr lang="en-BE" dirty="0"/>
          </a:p>
        </p:txBody>
      </p:sp>
      <p:pic>
        <p:nvPicPr>
          <p:cNvPr id="5" name="Content Placeholder 4">
            <a:extLst>
              <a:ext uri="{FF2B5EF4-FFF2-40B4-BE49-F238E27FC236}">
                <a16:creationId xmlns:a16="http://schemas.microsoft.com/office/drawing/2014/main" id="{CECA8610-79F4-8E1E-5C6D-7E580254F8A6}"/>
              </a:ext>
            </a:extLst>
          </p:cNvPr>
          <p:cNvPicPr>
            <a:picLocks noGrp="1" noChangeAspect="1"/>
          </p:cNvPicPr>
          <p:nvPr>
            <p:ph idx="4294967295"/>
          </p:nvPr>
        </p:nvPicPr>
        <p:blipFill>
          <a:blip r:embed="rId3"/>
          <a:stretch>
            <a:fillRect/>
          </a:stretch>
        </p:blipFill>
        <p:spPr>
          <a:xfrm>
            <a:off x="1030288" y="940594"/>
            <a:ext cx="7083425" cy="3263900"/>
          </a:xfrm>
          <a:prstGeom prst="rect">
            <a:avLst/>
          </a:prstGeom>
        </p:spPr>
      </p:pic>
      <p:cxnSp>
        <p:nvCxnSpPr>
          <p:cNvPr id="7" name="Straight Arrow Connector 6">
            <a:extLst>
              <a:ext uri="{FF2B5EF4-FFF2-40B4-BE49-F238E27FC236}">
                <a16:creationId xmlns:a16="http://schemas.microsoft.com/office/drawing/2014/main" id="{16563FC3-DE21-FF92-D7E5-0862D35135B0}"/>
              </a:ext>
            </a:extLst>
          </p:cNvPr>
          <p:cNvCxnSpPr>
            <a:cxnSpLocks/>
            <a:stCxn id="10" idx="3"/>
          </p:cNvCxnSpPr>
          <p:nvPr/>
        </p:nvCxnSpPr>
        <p:spPr>
          <a:xfrm>
            <a:off x="5672138" y="3027503"/>
            <a:ext cx="1089850" cy="580599"/>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D71EFA7-6FA1-941F-7CA2-21D8A6B96D02}"/>
              </a:ext>
            </a:extLst>
          </p:cNvPr>
          <p:cNvSpPr txBox="1"/>
          <p:nvPr/>
        </p:nvSpPr>
        <p:spPr>
          <a:xfrm>
            <a:off x="4572000" y="2825460"/>
            <a:ext cx="1100138" cy="404085"/>
          </a:xfrm>
          <a:prstGeom prst="rect">
            <a:avLst/>
          </a:prstGeom>
          <a:noFill/>
        </p:spPr>
        <p:txBody>
          <a:bodyPr wrap="square" rtlCol="0">
            <a:spAutoFit/>
          </a:bodyPr>
          <a:lstStyle/>
          <a:p>
            <a:pPr algn="r"/>
            <a:r>
              <a:rPr lang="en-GB" sz="1013" dirty="0">
                <a:solidFill>
                  <a:schemeClr val="bg1"/>
                </a:solidFill>
              </a:rPr>
              <a:t>Mythos announced</a:t>
            </a:r>
            <a:endParaRPr lang="en-BE" sz="1013" dirty="0">
              <a:solidFill>
                <a:schemeClr val="bg1"/>
              </a:solidFill>
            </a:endParaRPr>
          </a:p>
        </p:txBody>
      </p:sp>
    </p:spTree>
    <p:extLst>
      <p:ext uri="{BB962C8B-B14F-4D97-AF65-F5344CB8AC3E}">
        <p14:creationId xmlns:p14="http://schemas.microsoft.com/office/powerpoint/2010/main" val="2091799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04EE8-9D40-B01A-DD88-A8587F6E323A}"/>
              </a:ext>
            </a:extLst>
          </p:cNvPr>
          <p:cNvSpPr>
            <a:spLocks noGrp="1"/>
          </p:cNvSpPr>
          <p:nvPr>
            <p:ph type="title"/>
          </p:nvPr>
        </p:nvSpPr>
        <p:spPr/>
        <p:txBody>
          <a:bodyPr/>
          <a:lstStyle/>
          <a:p>
            <a:r>
              <a:rPr lang="en-GB" dirty="0"/>
              <a:t>AISI’s benchmark</a:t>
            </a:r>
            <a:endParaRPr lang="en-BE" dirty="0"/>
          </a:p>
        </p:txBody>
      </p:sp>
      <p:pic>
        <p:nvPicPr>
          <p:cNvPr id="5" name="Content Placeholder 4">
            <a:extLst>
              <a:ext uri="{FF2B5EF4-FFF2-40B4-BE49-F238E27FC236}">
                <a16:creationId xmlns:a16="http://schemas.microsoft.com/office/drawing/2014/main" id="{344C9F8B-03C8-E08F-B48A-96EBDF927EA5}"/>
              </a:ext>
            </a:extLst>
          </p:cNvPr>
          <p:cNvPicPr>
            <a:picLocks noGrp="1" noChangeAspect="1"/>
          </p:cNvPicPr>
          <p:nvPr>
            <p:ph idx="4294967295"/>
          </p:nvPr>
        </p:nvPicPr>
        <p:blipFill>
          <a:blip r:embed="rId3"/>
          <a:stretch>
            <a:fillRect/>
          </a:stretch>
        </p:blipFill>
        <p:spPr>
          <a:xfrm>
            <a:off x="1925638" y="940594"/>
            <a:ext cx="5292725" cy="3263900"/>
          </a:xfrm>
          <a:prstGeom prst="rect">
            <a:avLst/>
          </a:prstGeom>
        </p:spPr>
      </p:pic>
    </p:spTree>
    <p:extLst>
      <p:ext uri="{BB962C8B-B14F-4D97-AF65-F5344CB8AC3E}">
        <p14:creationId xmlns:p14="http://schemas.microsoft.com/office/powerpoint/2010/main" val="3416798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7ECC60-1056-BAD4-E9D4-11BAF74CCDFC}"/>
              </a:ext>
            </a:extLst>
          </p:cNvPr>
          <p:cNvSpPr/>
          <p:nvPr/>
        </p:nvSpPr>
        <p:spPr>
          <a:xfrm>
            <a:off x="357853" y="1327356"/>
            <a:ext cx="2673353" cy="1934099"/>
          </a:xfrm>
          <a:prstGeom prst="rect">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sz="1799" dirty="0">
              <a:solidFill>
                <a:schemeClr val="tx1"/>
              </a:solidFill>
              <a:latin typeface="Belfius21 Light"/>
            </a:endParaRPr>
          </a:p>
        </p:txBody>
      </p:sp>
      <p:sp>
        <p:nvSpPr>
          <p:cNvPr id="3" name="TextBox 2">
            <a:extLst>
              <a:ext uri="{FF2B5EF4-FFF2-40B4-BE49-F238E27FC236}">
                <a16:creationId xmlns:a16="http://schemas.microsoft.com/office/drawing/2014/main" id="{EEDA085D-6E4C-F5FC-37C7-D2ACCBFECC9D}"/>
              </a:ext>
            </a:extLst>
          </p:cNvPr>
          <p:cNvSpPr txBox="1"/>
          <p:nvPr/>
        </p:nvSpPr>
        <p:spPr>
          <a:xfrm>
            <a:off x="411859" y="1381362"/>
            <a:ext cx="2576141" cy="1231773"/>
          </a:xfrm>
          <a:prstGeom prst="rect">
            <a:avLst/>
          </a:prstGeom>
          <a:noFill/>
        </p:spPr>
        <p:txBody>
          <a:bodyPr wrap="square" lIns="27000" tIns="27000" rIns="27000" bIns="27000">
            <a:spAutoFit/>
          </a:bodyPr>
          <a:ls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133">
              <a:spcAft>
                <a:spcPts val="900"/>
              </a:spcAft>
              <a:defRPr/>
            </a:pPr>
            <a:r>
              <a:rPr lang="en-US" sz="1050" b="1" dirty="0">
                <a:solidFill>
                  <a:schemeClr val="bg1"/>
                </a:solidFill>
                <a:latin typeface="Belfius21 "/>
              </a:rPr>
              <a:t>Human driven testing</a:t>
            </a:r>
          </a:p>
          <a:p>
            <a:pPr algn="just" defTabSz="685133">
              <a:spcAft>
                <a:spcPts val="900"/>
              </a:spcAft>
              <a:defRPr/>
            </a:pPr>
            <a:r>
              <a:rPr lang="en-US" sz="900" b="1" dirty="0">
                <a:latin typeface="Belfius21" pitchFamily="2" charset="0"/>
              </a:rPr>
              <a:t>MANUAL SECURITY ASSESSMENTS</a:t>
            </a:r>
          </a:p>
          <a:p>
            <a:pPr marL="14288" indent="-128588" algn="just" defTabSz="685133">
              <a:spcAft>
                <a:spcPts val="900"/>
              </a:spcAft>
              <a:buFont typeface="Arial" panose="020B0604020202020204" pitchFamily="34" charset="0"/>
              <a:buChar char="•"/>
              <a:defRPr/>
            </a:pPr>
            <a:r>
              <a:rPr lang="en-US" sz="900" dirty="0">
                <a:latin typeface="Belfius21" pitchFamily="2" charset="0"/>
              </a:rPr>
              <a:t>Third party penetration testing</a:t>
            </a:r>
          </a:p>
          <a:p>
            <a:pPr marL="14288" indent="-128588" algn="just" defTabSz="685133">
              <a:spcAft>
                <a:spcPts val="900"/>
              </a:spcAft>
              <a:buFont typeface="Arial" panose="020B0604020202020204" pitchFamily="34" charset="0"/>
              <a:buChar char="•"/>
              <a:defRPr/>
            </a:pPr>
            <a:r>
              <a:rPr lang="en-US" sz="900" dirty="0">
                <a:latin typeface="Belfius21" pitchFamily="2" charset="0"/>
              </a:rPr>
              <a:t>Bug bounty program</a:t>
            </a:r>
          </a:p>
          <a:p>
            <a:pPr marL="14288" indent="-128588" algn="just" defTabSz="685133">
              <a:spcAft>
                <a:spcPts val="900"/>
              </a:spcAft>
              <a:buFont typeface="Arial" panose="020B0604020202020204" pitchFamily="34" charset="0"/>
              <a:buChar char="•"/>
              <a:defRPr/>
            </a:pPr>
            <a:r>
              <a:rPr lang="en-US" sz="900" dirty="0">
                <a:latin typeface="Belfius21" pitchFamily="2" charset="0"/>
              </a:rPr>
              <a:t>Internal threat hunting</a:t>
            </a:r>
            <a:endParaRPr lang="en-US" sz="900" dirty="0">
              <a:latin typeface="Belfius21 "/>
            </a:endParaRPr>
          </a:p>
        </p:txBody>
      </p:sp>
      <p:cxnSp>
        <p:nvCxnSpPr>
          <p:cNvPr id="4" name="Straight Connector 3">
            <a:extLst>
              <a:ext uri="{FF2B5EF4-FFF2-40B4-BE49-F238E27FC236}">
                <a16:creationId xmlns:a16="http://schemas.microsoft.com/office/drawing/2014/main" id="{07C48262-A70E-14AD-E470-01C2DF8F6FB2}"/>
              </a:ext>
            </a:extLst>
          </p:cNvPr>
          <p:cNvCxnSpPr>
            <a:cxnSpLocks/>
          </p:cNvCxnSpPr>
          <p:nvPr/>
        </p:nvCxnSpPr>
        <p:spPr>
          <a:xfrm>
            <a:off x="411859" y="1618609"/>
            <a:ext cx="257443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52130A0F-FE5A-A1D8-160B-07087F9F07BB}"/>
              </a:ext>
            </a:extLst>
          </p:cNvPr>
          <p:cNvSpPr/>
          <p:nvPr/>
        </p:nvSpPr>
        <p:spPr>
          <a:xfrm>
            <a:off x="3205621" y="1327357"/>
            <a:ext cx="2673353" cy="1934101"/>
          </a:xfrm>
          <a:prstGeom prst="rect">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sz="1799">
              <a:solidFill>
                <a:schemeClr val="tx1"/>
              </a:solidFill>
              <a:latin typeface="Belfius21 Light"/>
            </a:endParaRPr>
          </a:p>
        </p:txBody>
      </p:sp>
      <p:sp>
        <p:nvSpPr>
          <p:cNvPr id="6" name="TextBox 2">
            <a:extLst>
              <a:ext uri="{FF2B5EF4-FFF2-40B4-BE49-F238E27FC236}">
                <a16:creationId xmlns:a16="http://schemas.microsoft.com/office/drawing/2014/main" id="{0331D620-4B55-3B90-EED5-62249033E99B}"/>
              </a:ext>
            </a:extLst>
          </p:cNvPr>
          <p:cNvSpPr txBox="1"/>
          <p:nvPr/>
        </p:nvSpPr>
        <p:spPr>
          <a:xfrm>
            <a:off x="3259627" y="1381362"/>
            <a:ext cx="2576141" cy="1739604"/>
          </a:xfrm>
          <a:prstGeom prst="rect">
            <a:avLst/>
          </a:prstGeom>
          <a:noFill/>
        </p:spPr>
        <p:txBody>
          <a:bodyPr wrap="square" lIns="27000" tIns="27000" rIns="27000" bIns="27000">
            <a:spAutoFit/>
          </a:bodyPr>
          <a:ls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133">
              <a:spcAft>
                <a:spcPts val="900"/>
              </a:spcAft>
              <a:defRPr/>
            </a:pPr>
            <a:r>
              <a:rPr lang="en-US" sz="1050" b="1" dirty="0">
                <a:solidFill>
                  <a:schemeClr val="bg1"/>
                </a:solidFill>
                <a:latin typeface="Belfius21 "/>
              </a:rPr>
              <a:t>Frontier AI (allegedly)</a:t>
            </a:r>
          </a:p>
          <a:p>
            <a:pPr algn="just" defTabSz="685133">
              <a:spcAft>
                <a:spcPts val="900"/>
              </a:spcAft>
              <a:defRPr/>
            </a:pPr>
            <a:r>
              <a:rPr lang="en-US" sz="900" b="1" dirty="0">
                <a:latin typeface="Belfius21" pitchFamily="2" charset="0"/>
              </a:rPr>
              <a:t>AUTOMATED SECURITY ASSESSMENTS</a:t>
            </a:r>
          </a:p>
          <a:p>
            <a:pPr marL="14288" indent="-128588" algn="just" defTabSz="685133">
              <a:spcAft>
                <a:spcPts val="900"/>
              </a:spcAft>
              <a:buFont typeface="Arial" panose="020B0604020202020204" pitchFamily="34" charset="0"/>
              <a:buChar char="•"/>
              <a:defRPr/>
            </a:pPr>
            <a:r>
              <a:rPr lang="en-US" sz="900" dirty="0">
                <a:latin typeface="Belfius21" pitchFamily="2" charset="0"/>
              </a:rPr>
              <a:t>AI driven security assessments </a:t>
            </a:r>
          </a:p>
          <a:p>
            <a:pPr marL="14288" indent="-128588" algn="just" defTabSz="685133">
              <a:spcAft>
                <a:spcPts val="900"/>
              </a:spcAft>
              <a:buFont typeface="Arial" panose="020B0604020202020204" pitchFamily="34" charset="0"/>
              <a:buChar char="•"/>
              <a:defRPr/>
            </a:pPr>
            <a:r>
              <a:rPr lang="en-US" sz="900" dirty="0">
                <a:latin typeface="Belfius21" pitchFamily="2" charset="0"/>
              </a:rPr>
              <a:t>No human intervention needed</a:t>
            </a:r>
          </a:p>
          <a:p>
            <a:pPr marL="14288" indent="-128588" algn="just" defTabSz="685133">
              <a:spcAft>
                <a:spcPts val="900"/>
              </a:spcAft>
              <a:buFont typeface="Arial" panose="020B0604020202020204" pitchFamily="34" charset="0"/>
              <a:buChar char="•"/>
              <a:defRPr/>
            </a:pPr>
            <a:r>
              <a:rPr lang="en-US" sz="900" dirty="0">
                <a:latin typeface="Belfius21" pitchFamily="2" charset="0"/>
              </a:rPr>
              <a:t>Limited knowledge needed</a:t>
            </a:r>
          </a:p>
          <a:p>
            <a:pPr marL="128588" indent="-128588" algn="just" defTabSz="685133">
              <a:spcAft>
                <a:spcPts val="900"/>
              </a:spcAft>
              <a:buFont typeface="Arial" panose="020B0604020202020204" pitchFamily="34" charset="0"/>
              <a:buChar char="•"/>
              <a:defRPr/>
            </a:pPr>
            <a:endParaRPr lang="en-US" sz="900" b="1" dirty="0">
              <a:latin typeface="Belfius21" pitchFamily="2" charset="0"/>
            </a:endParaRPr>
          </a:p>
          <a:p>
            <a:pPr lvl="1" algn="just" defTabSz="685133">
              <a:spcAft>
                <a:spcPts val="900"/>
              </a:spcAft>
              <a:defRPr/>
            </a:pPr>
            <a:endParaRPr lang="en-US" sz="900" dirty="0">
              <a:latin typeface="Belfius21 "/>
            </a:endParaRPr>
          </a:p>
        </p:txBody>
      </p:sp>
      <p:cxnSp>
        <p:nvCxnSpPr>
          <p:cNvPr id="7" name="Straight Connector 6">
            <a:extLst>
              <a:ext uri="{FF2B5EF4-FFF2-40B4-BE49-F238E27FC236}">
                <a16:creationId xmlns:a16="http://schemas.microsoft.com/office/drawing/2014/main" id="{28F3247D-1B5F-C342-DE9B-965A6BC5B02E}"/>
              </a:ext>
            </a:extLst>
          </p:cNvPr>
          <p:cNvCxnSpPr>
            <a:cxnSpLocks/>
          </p:cNvCxnSpPr>
          <p:nvPr/>
        </p:nvCxnSpPr>
        <p:spPr>
          <a:xfrm>
            <a:off x="3259627" y="1618609"/>
            <a:ext cx="257443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7E50429-6045-9D60-0552-6972B75D0401}"/>
              </a:ext>
            </a:extLst>
          </p:cNvPr>
          <p:cNvSpPr/>
          <p:nvPr/>
        </p:nvSpPr>
        <p:spPr>
          <a:xfrm>
            <a:off x="6107395" y="1327357"/>
            <a:ext cx="2673353" cy="1934101"/>
          </a:xfrm>
          <a:prstGeom prst="rect">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sz="1799">
              <a:solidFill>
                <a:schemeClr val="tx1"/>
              </a:solidFill>
              <a:latin typeface="Belfius21 Light"/>
            </a:endParaRPr>
          </a:p>
        </p:txBody>
      </p:sp>
      <p:sp>
        <p:nvSpPr>
          <p:cNvPr id="9" name="TextBox 2">
            <a:extLst>
              <a:ext uri="{FF2B5EF4-FFF2-40B4-BE49-F238E27FC236}">
                <a16:creationId xmlns:a16="http://schemas.microsoft.com/office/drawing/2014/main" id="{36EE486F-E103-F4D7-8529-DA8BB94DDB7E}"/>
              </a:ext>
            </a:extLst>
          </p:cNvPr>
          <p:cNvSpPr txBox="1"/>
          <p:nvPr/>
        </p:nvSpPr>
        <p:spPr>
          <a:xfrm>
            <a:off x="6161401" y="1381362"/>
            <a:ext cx="2576141" cy="1485688"/>
          </a:xfrm>
          <a:prstGeom prst="rect">
            <a:avLst/>
          </a:prstGeom>
          <a:noFill/>
        </p:spPr>
        <p:txBody>
          <a:bodyPr wrap="square" lIns="27000" tIns="27000" rIns="27000" bIns="27000">
            <a:spAutoFit/>
          </a:bodyPr>
          <a:ls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133">
              <a:spcAft>
                <a:spcPts val="900"/>
              </a:spcAft>
              <a:defRPr/>
            </a:pPr>
            <a:r>
              <a:rPr lang="en-US" sz="1050" b="1" dirty="0">
                <a:solidFill>
                  <a:schemeClr val="bg1"/>
                </a:solidFill>
                <a:latin typeface="Belfius21 "/>
              </a:rPr>
              <a:t>Automated testing</a:t>
            </a:r>
          </a:p>
          <a:p>
            <a:pPr algn="just" defTabSz="685133">
              <a:spcAft>
                <a:spcPts val="900"/>
              </a:spcAft>
              <a:defRPr/>
            </a:pPr>
            <a:r>
              <a:rPr lang="en-US" sz="900" b="1" dirty="0">
                <a:latin typeface="Belfius21" pitchFamily="2" charset="0"/>
              </a:rPr>
              <a:t>SECURITY SCANS</a:t>
            </a:r>
          </a:p>
          <a:p>
            <a:pPr marL="14288" indent="-128588" algn="just" defTabSz="685133">
              <a:spcAft>
                <a:spcPts val="900"/>
              </a:spcAft>
              <a:buFont typeface="Arial" panose="020B0604020202020204" pitchFamily="34" charset="0"/>
              <a:buChar char="•"/>
              <a:defRPr/>
            </a:pPr>
            <a:r>
              <a:rPr lang="en-US" sz="900" dirty="0">
                <a:latin typeface="Belfius21" pitchFamily="2" charset="0"/>
              </a:rPr>
              <a:t>File system</a:t>
            </a:r>
          </a:p>
          <a:p>
            <a:pPr marL="14288" indent="-128588" algn="just" defTabSz="685133">
              <a:spcAft>
                <a:spcPts val="900"/>
              </a:spcAft>
              <a:buFont typeface="Arial" panose="020B0604020202020204" pitchFamily="34" charset="0"/>
              <a:buChar char="•"/>
              <a:defRPr/>
            </a:pPr>
            <a:r>
              <a:rPr lang="en-US" sz="900" dirty="0">
                <a:latin typeface="Belfius21" pitchFamily="2" charset="0"/>
              </a:rPr>
              <a:t>Container scanning</a:t>
            </a:r>
            <a:endParaRPr lang="en-US" sz="900" b="1" dirty="0">
              <a:latin typeface="Belfius21" pitchFamily="2" charset="0"/>
            </a:endParaRPr>
          </a:p>
          <a:p>
            <a:pPr marL="14288" indent="-128588" algn="just" defTabSz="685133">
              <a:spcAft>
                <a:spcPts val="900"/>
              </a:spcAft>
              <a:buFont typeface="Arial" panose="020B0604020202020204" pitchFamily="34" charset="0"/>
              <a:buChar char="•"/>
              <a:defRPr/>
            </a:pPr>
            <a:r>
              <a:rPr lang="en-US" sz="900" dirty="0">
                <a:latin typeface="Belfius21" pitchFamily="2" charset="0"/>
              </a:rPr>
              <a:t>Code scanning</a:t>
            </a:r>
            <a:endParaRPr lang="en-US" sz="900" dirty="0">
              <a:latin typeface="Belfius21 "/>
            </a:endParaRPr>
          </a:p>
          <a:p>
            <a:pPr marL="128588" indent="-128588" algn="just" defTabSz="685133">
              <a:spcAft>
                <a:spcPts val="900"/>
              </a:spcAft>
              <a:buFont typeface="Arial" panose="020B0604020202020204" pitchFamily="34" charset="0"/>
              <a:buChar char="•"/>
              <a:defRPr/>
            </a:pPr>
            <a:endParaRPr lang="en-US" sz="900" dirty="0">
              <a:latin typeface="Belfius21" pitchFamily="2" charset="0"/>
            </a:endParaRPr>
          </a:p>
        </p:txBody>
      </p:sp>
      <p:cxnSp>
        <p:nvCxnSpPr>
          <p:cNvPr id="10" name="Straight Connector 9">
            <a:extLst>
              <a:ext uri="{FF2B5EF4-FFF2-40B4-BE49-F238E27FC236}">
                <a16:creationId xmlns:a16="http://schemas.microsoft.com/office/drawing/2014/main" id="{CABFD006-3BF9-CC87-00AA-CA53913AA46A}"/>
              </a:ext>
            </a:extLst>
          </p:cNvPr>
          <p:cNvCxnSpPr>
            <a:cxnSpLocks/>
          </p:cNvCxnSpPr>
          <p:nvPr/>
        </p:nvCxnSpPr>
        <p:spPr>
          <a:xfrm>
            <a:off x="6161401" y="1618609"/>
            <a:ext cx="257443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Shape 4">
            <a:extLst>
              <a:ext uri="{FF2B5EF4-FFF2-40B4-BE49-F238E27FC236}">
                <a16:creationId xmlns:a16="http://schemas.microsoft.com/office/drawing/2014/main" id="{916C0ECB-975C-D1F1-5438-1CA1C8CA9A75}"/>
              </a:ext>
            </a:extLst>
          </p:cNvPr>
          <p:cNvSpPr/>
          <p:nvPr/>
        </p:nvSpPr>
        <p:spPr>
          <a:xfrm>
            <a:off x="3205621" y="3312972"/>
            <a:ext cx="2673354" cy="1544688"/>
          </a:xfrm>
          <a:prstGeom prst="rect">
            <a:avLst/>
          </a:prstGeom>
          <a:noFill/>
          <a:ln w="9525">
            <a:solidFill>
              <a:schemeClr val="accent4">
                <a:lumMod val="60000"/>
                <a:lumOff val="40000"/>
              </a:schemeClr>
            </a:solidFill>
            <a:prstDash val="solid"/>
          </a:ln>
        </p:spPr>
        <p:txBody>
          <a:bodyPr lIns="27000" tIns="27000" rIns="27000" bIns="27000"/>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900" dirty="0">
                <a:latin typeface="Belfius21" pitchFamily="2" charset="0"/>
              </a:rPr>
              <a:t>Continuous testing</a:t>
            </a:r>
          </a:p>
          <a:p>
            <a:pPr algn="ctr">
              <a:lnSpc>
                <a:spcPct val="150000"/>
              </a:lnSpc>
            </a:pPr>
            <a:r>
              <a:rPr lang="en-US" sz="900" dirty="0">
                <a:latin typeface="Belfius21" pitchFamily="2" charset="0"/>
              </a:rPr>
              <a:t>Unlimited in time &amp; scope, limited by budget</a:t>
            </a:r>
          </a:p>
          <a:p>
            <a:pPr algn="ctr">
              <a:lnSpc>
                <a:spcPct val="150000"/>
              </a:lnSpc>
            </a:pPr>
            <a:r>
              <a:rPr lang="en-US" sz="900" dirty="0">
                <a:latin typeface="Belfius21" pitchFamily="2" charset="0"/>
              </a:rPr>
              <a:t>Black box approach</a:t>
            </a:r>
          </a:p>
          <a:p>
            <a:pPr algn="ctr">
              <a:lnSpc>
                <a:spcPct val="150000"/>
              </a:lnSpc>
            </a:pPr>
            <a:endParaRPr lang="en-US" sz="900" dirty="0">
              <a:latin typeface="Belfius21" pitchFamily="2" charset="0"/>
            </a:endParaRPr>
          </a:p>
          <a:p>
            <a:pPr algn="ctr">
              <a:lnSpc>
                <a:spcPct val="150000"/>
              </a:lnSpc>
            </a:pPr>
            <a:endParaRPr lang="en-US" sz="900" dirty="0">
              <a:latin typeface="Belfius21" pitchFamily="2" charset="0"/>
            </a:endParaRPr>
          </a:p>
          <a:p>
            <a:pPr algn="ctr">
              <a:lnSpc>
                <a:spcPct val="150000"/>
              </a:lnSpc>
            </a:pPr>
            <a:endParaRPr lang="en-US" sz="900" dirty="0">
              <a:latin typeface="Belfius21" pitchFamily="2" charset="0"/>
            </a:endParaRPr>
          </a:p>
          <a:p>
            <a:pPr algn="ctr">
              <a:lnSpc>
                <a:spcPct val="150000"/>
              </a:lnSpc>
            </a:pPr>
            <a:r>
              <a:rPr lang="en-US" sz="900" dirty="0">
                <a:latin typeface="Belfius21" pitchFamily="2" charset="0"/>
              </a:rPr>
              <a:t>Large amount of validated vulnerabilities</a:t>
            </a:r>
          </a:p>
          <a:p>
            <a:pPr algn="ctr">
              <a:lnSpc>
                <a:spcPct val="150000"/>
              </a:lnSpc>
            </a:pPr>
            <a:endParaRPr lang="en-US" sz="1050" dirty="0">
              <a:latin typeface="Belfius Montserrat Light" panose="00000400000000000000" pitchFamily="50" charset="0"/>
            </a:endParaRPr>
          </a:p>
          <a:p>
            <a:pPr algn="ctr">
              <a:lnSpc>
                <a:spcPct val="150000"/>
              </a:lnSpc>
            </a:pPr>
            <a:endParaRPr lang="en-US" sz="1050" dirty="0">
              <a:latin typeface="Belfius Montserrat Light" panose="00000400000000000000" pitchFamily="50" charset="0"/>
            </a:endParaRPr>
          </a:p>
          <a:p>
            <a:pPr algn="ctr">
              <a:lnSpc>
                <a:spcPct val="150000"/>
              </a:lnSpc>
            </a:pPr>
            <a:endParaRPr lang="en-US" sz="1050" dirty="0">
              <a:latin typeface="Belfius Montserrat Light" panose="00000400000000000000" pitchFamily="50" charset="0"/>
            </a:endParaRPr>
          </a:p>
        </p:txBody>
      </p:sp>
      <p:sp>
        <p:nvSpPr>
          <p:cNvPr id="12" name="Shape 4">
            <a:extLst>
              <a:ext uri="{FF2B5EF4-FFF2-40B4-BE49-F238E27FC236}">
                <a16:creationId xmlns:a16="http://schemas.microsoft.com/office/drawing/2014/main" id="{7EA6C00C-2316-F80C-E525-84F65DB44E85}"/>
              </a:ext>
            </a:extLst>
          </p:cNvPr>
          <p:cNvSpPr/>
          <p:nvPr/>
        </p:nvSpPr>
        <p:spPr>
          <a:xfrm>
            <a:off x="357854" y="3315460"/>
            <a:ext cx="2673354" cy="1544689"/>
          </a:xfrm>
          <a:prstGeom prst="rect">
            <a:avLst/>
          </a:prstGeom>
          <a:noFill/>
          <a:ln w="9525">
            <a:solidFill>
              <a:schemeClr val="accent4">
                <a:lumMod val="60000"/>
                <a:lumOff val="40000"/>
              </a:schemeClr>
            </a:solidFill>
            <a:prstDash val="solid"/>
          </a:ln>
        </p:spPr>
        <p:txBody>
          <a:bodyPr lIns="27000" tIns="27000" rIns="27000" bIns="27000"/>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900" dirty="0">
                <a:latin typeface="Belfius21" pitchFamily="2" charset="0"/>
              </a:rPr>
              <a:t>Limited tests per release &amp; ad-hoc testing</a:t>
            </a:r>
          </a:p>
          <a:p>
            <a:pPr algn="ctr">
              <a:lnSpc>
                <a:spcPct val="150000"/>
              </a:lnSpc>
            </a:pPr>
            <a:r>
              <a:rPr lang="en-US" sz="900" dirty="0">
                <a:latin typeface="Belfius21" pitchFamily="2" charset="0"/>
              </a:rPr>
              <a:t>Limited in time, scope and budget</a:t>
            </a:r>
          </a:p>
          <a:p>
            <a:pPr algn="ctr">
              <a:lnSpc>
                <a:spcPct val="150000"/>
              </a:lnSpc>
            </a:pPr>
            <a:r>
              <a:rPr lang="en-US" sz="900" dirty="0">
                <a:latin typeface="Belfius21" pitchFamily="2" charset="0"/>
              </a:rPr>
              <a:t>Black and white box approach</a:t>
            </a:r>
          </a:p>
          <a:p>
            <a:pPr algn="ctr">
              <a:lnSpc>
                <a:spcPct val="150000"/>
              </a:lnSpc>
            </a:pPr>
            <a:endParaRPr lang="en-US" sz="900" dirty="0">
              <a:latin typeface="Belfius21" pitchFamily="2" charset="0"/>
            </a:endParaRPr>
          </a:p>
          <a:p>
            <a:pPr algn="ctr">
              <a:lnSpc>
                <a:spcPct val="150000"/>
              </a:lnSpc>
            </a:pPr>
            <a:endParaRPr lang="en-US" sz="900" dirty="0">
              <a:latin typeface="Belfius21" pitchFamily="2" charset="0"/>
            </a:endParaRPr>
          </a:p>
          <a:p>
            <a:pPr algn="ctr">
              <a:lnSpc>
                <a:spcPct val="150000"/>
              </a:lnSpc>
            </a:pPr>
            <a:endParaRPr lang="en-US" sz="900" dirty="0">
              <a:latin typeface="Belfius21" pitchFamily="2" charset="0"/>
            </a:endParaRPr>
          </a:p>
          <a:p>
            <a:pPr algn="ctr">
              <a:lnSpc>
                <a:spcPct val="150000"/>
              </a:lnSpc>
            </a:pPr>
            <a:r>
              <a:rPr lang="en-US" sz="900" dirty="0">
                <a:latin typeface="Belfius21" pitchFamily="2" charset="0"/>
              </a:rPr>
              <a:t>Limited amount of validated vulnerabilities</a:t>
            </a:r>
          </a:p>
          <a:p>
            <a:pPr algn="ctr">
              <a:lnSpc>
                <a:spcPct val="150000"/>
              </a:lnSpc>
            </a:pPr>
            <a:endParaRPr lang="en-US" sz="1050" dirty="0">
              <a:latin typeface="Belfius Montserrat Light" panose="00000400000000000000"/>
            </a:endParaRPr>
          </a:p>
          <a:p>
            <a:pPr algn="ctr">
              <a:lnSpc>
                <a:spcPct val="150000"/>
              </a:lnSpc>
            </a:pPr>
            <a:endParaRPr lang="en-US" sz="1050" dirty="0">
              <a:latin typeface="Belfius Montserrat Light" panose="00000400000000000000"/>
            </a:endParaRPr>
          </a:p>
          <a:p>
            <a:pPr algn="ctr">
              <a:lnSpc>
                <a:spcPct val="150000"/>
              </a:lnSpc>
            </a:pPr>
            <a:endParaRPr lang="en-US" sz="1050" dirty="0">
              <a:latin typeface="Belfius Montserrat Light" panose="00000400000000000000"/>
            </a:endParaRPr>
          </a:p>
          <a:p>
            <a:pPr algn="ctr">
              <a:lnSpc>
                <a:spcPct val="150000"/>
              </a:lnSpc>
            </a:pPr>
            <a:endParaRPr lang="en-US" sz="1050" dirty="0">
              <a:latin typeface="Belfius Montserrat Light" panose="00000400000000000000"/>
            </a:endParaRPr>
          </a:p>
          <a:p>
            <a:pPr algn="ctr">
              <a:lnSpc>
                <a:spcPct val="150000"/>
              </a:lnSpc>
            </a:pPr>
            <a:endParaRPr lang="en-US" sz="1050" dirty="0">
              <a:latin typeface="Belfius Montserrat Light" panose="00000400000000000000"/>
            </a:endParaRPr>
          </a:p>
        </p:txBody>
      </p:sp>
      <p:sp>
        <p:nvSpPr>
          <p:cNvPr id="13" name="Shape 4">
            <a:extLst>
              <a:ext uri="{FF2B5EF4-FFF2-40B4-BE49-F238E27FC236}">
                <a16:creationId xmlns:a16="http://schemas.microsoft.com/office/drawing/2014/main" id="{3EBD4B0C-4C81-E576-26AC-9AC02124E033}"/>
              </a:ext>
            </a:extLst>
          </p:cNvPr>
          <p:cNvSpPr/>
          <p:nvPr/>
        </p:nvSpPr>
        <p:spPr>
          <a:xfrm>
            <a:off x="6112795" y="3312972"/>
            <a:ext cx="2673353" cy="1542914"/>
          </a:xfrm>
          <a:prstGeom prst="rect">
            <a:avLst/>
          </a:prstGeom>
          <a:noFill/>
          <a:ln w="9525">
            <a:solidFill>
              <a:schemeClr val="accent4">
                <a:lumMod val="60000"/>
                <a:lumOff val="40000"/>
              </a:schemeClr>
            </a:solidFill>
            <a:prstDash val="solid"/>
          </a:ln>
        </p:spPr>
        <p:txBody>
          <a:bodyPr lIns="27000" tIns="27000" rIns="27000" bIns="27000"/>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900" dirty="0">
                <a:latin typeface="Belfius21" pitchFamily="2" charset="0"/>
              </a:rPr>
              <a:t>One test per commit/per month</a:t>
            </a:r>
          </a:p>
          <a:p>
            <a:pPr algn="ctr">
              <a:lnSpc>
                <a:spcPct val="150000"/>
              </a:lnSpc>
            </a:pPr>
            <a:r>
              <a:rPr lang="en-US" sz="900" dirty="0">
                <a:latin typeface="Belfius21" pitchFamily="2" charset="0"/>
              </a:rPr>
              <a:t>Unlimited in scope, limited by budget &amp; time</a:t>
            </a:r>
          </a:p>
          <a:p>
            <a:pPr algn="ctr">
              <a:lnSpc>
                <a:spcPct val="150000"/>
              </a:lnSpc>
            </a:pPr>
            <a:r>
              <a:rPr lang="en-US" sz="900" dirty="0">
                <a:latin typeface="Belfius21" pitchFamily="2" charset="0"/>
              </a:rPr>
              <a:t> White box approach</a:t>
            </a:r>
          </a:p>
          <a:p>
            <a:pPr algn="ctr">
              <a:lnSpc>
                <a:spcPct val="150000"/>
              </a:lnSpc>
            </a:pPr>
            <a:endParaRPr lang="en-US" sz="900" dirty="0">
              <a:latin typeface="Belfius21" pitchFamily="2" charset="0"/>
            </a:endParaRPr>
          </a:p>
          <a:p>
            <a:pPr algn="ctr">
              <a:lnSpc>
                <a:spcPct val="150000"/>
              </a:lnSpc>
            </a:pPr>
            <a:endParaRPr lang="en-US" sz="900" dirty="0">
              <a:latin typeface="Belfius21" pitchFamily="2" charset="0"/>
            </a:endParaRPr>
          </a:p>
          <a:p>
            <a:pPr algn="ctr">
              <a:lnSpc>
                <a:spcPct val="150000"/>
              </a:lnSpc>
            </a:pPr>
            <a:endParaRPr lang="en-US" sz="900" dirty="0">
              <a:latin typeface="Belfius21" pitchFamily="2" charset="0"/>
            </a:endParaRPr>
          </a:p>
          <a:p>
            <a:pPr algn="ctr">
              <a:lnSpc>
                <a:spcPct val="150000"/>
              </a:lnSpc>
            </a:pPr>
            <a:r>
              <a:rPr lang="en-US" sz="900" dirty="0">
                <a:latin typeface="Belfius21" pitchFamily="2" charset="0"/>
              </a:rPr>
              <a:t>Large amount of unvalidated vulnerabilities</a:t>
            </a:r>
          </a:p>
          <a:p>
            <a:pPr algn="ctr">
              <a:lnSpc>
                <a:spcPct val="150000"/>
              </a:lnSpc>
            </a:pPr>
            <a:endParaRPr lang="en-US" sz="1050" dirty="0">
              <a:latin typeface="Belfius Montserrat Light" panose="00000400000000000000" pitchFamily="50" charset="0"/>
            </a:endParaRPr>
          </a:p>
          <a:p>
            <a:pPr algn="ctr">
              <a:lnSpc>
                <a:spcPct val="150000"/>
              </a:lnSpc>
            </a:pPr>
            <a:endParaRPr lang="en-US" sz="1050" dirty="0">
              <a:latin typeface="Belfius Montserrat Light" panose="00000400000000000000" pitchFamily="50" charset="0"/>
            </a:endParaRPr>
          </a:p>
          <a:p>
            <a:pPr algn="ctr">
              <a:lnSpc>
                <a:spcPct val="150000"/>
              </a:lnSpc>
            </a:pPr>
            <a:endParaRPr lang="en-US" sz="1050" dirty="0">
              <a:latin typeface="Belfius Montserrat Light" panose="00000400000000000000" pitchFamily="50" charset="0"/>
            </a:endParaRPr>
          </a:p>
          <a:p>
            <a:pPr algn="ctr">
              <a:lnSpc>
                <a:spcPct val="150000"/>
              </a:lnSpc>
            </a:pPr>
            <a:endParaRPr lang="en-US" sz="1050" dirty="0">
              <a:latin typeface="Belfius Montserrat Light" panose="00000400000000000000" pitchFamily="50" charset="0"/>
            </a:endParaRPr>
          </a:p>
        </p:txBody>
      </p:sp>
      <p:grpSp>
        <p:nvGrpSpPr>
          <p:cNvPr id="14" name="Group 13">
            <a:extLst>
              <a:ext uri="{FF2B5EF4-FFF2-40B4-BE49-F238E27FC236}">
                <a16:creationId xmlns:a16="http://schemas.microsoft.com/office/drawing/2014/main" id="{D7EEC345-2D36-CE6B-4304-494B909D6959}"/>
              </a:ext>
            </a:extLst>
          </p:cNvPr>
          <p:cNvGrpSpPr/>
          <p:nvPr/>
        </p:nvGrpSpPr>
        <p:grpSpPr>
          <a:xfrm rot="5400000">
            <a:off x="1505271" y="4235270"/>
            <a:ext cx="378521" cy="155218"/>
            <a:chOff x="7369638" y="1644631"/>
            <a:chExt cx="504694" cy="206957"/>
          </a:xfrm>
        </p:grpSpPr>
        <p:sp>
          <p:nvSpPr>
            <p:cNvPr id="23" name="Freeform: Shape 22">
              <a:extLst>
                <a:ext uri="{FF2B5EF4-FFF2-40B4-BE49-F238E27FC236}">
                  <a16:creationId xmlns:a16="http://schemas.microsoft.com/office/drawing/2014/main" id="{DC91FB76-1B82-734C-C420-ED76CA3BE278}"/>
                </a:ext>
              </a:extLst>
            </p:cNvPr>
            <p:cNvSpPr/>
            <p:nvPr/>
          </p:nvSpPr>
          <p:spPr>
            <a:xfrm rot="7417314" flipV="1">
              <a:off x="7374159"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24" name="Freeform: Shape 23">
              <a:extLst>
                <a:ext uri="{FF2B5EF4-FFF2-40B4-BE49-F238E27FC236}">
                  <a16:creationId xmlns:a16="http://schemas.microsoft.com/office/drawing/2014/main" id="{287FEFB1-4586-230A-BD53-590C915A8C5B}"/>
                </a:ext>
              </a:extLst>
            </p:cNvPr>
            <p:cNvSpPr/>
            <p:nvPr/>
          </p:nvSpPr>
          <p:spPr>
            <a:xfrm rot="7417314" flipV="1">
              <a:off x="7518506"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25" name="Freeform: Shape 24">
              <a:extLst>
                <a:ext uri="{FF2B5EF4-FFF2-40B4-BE49-F238E27FC236}">
                  <a16:creationId xmlns:a16="http://schemas.microsoft.com/office/drawing/2014/main" id="{8FC3FF6E-B9D4-7C8F-E502-6C954447FF7F}"/>
                </a:ext>
              </a:extLst>
            </p:cNvPr>
            <p:cNvSpPr/>
            <p:nvPr/>
          </p:nvSpPr>
          <p:spPr>
            <a:xfrm rot="7417314" flipV="1">
              <a:off x="7662853"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grpSp>
      <p:grpSp>
        <p:nvGrpSpPr>
          <p:cNvPr id="15" name="Group 14">
            <a:extLst>
              <a:ext uri="{FF2B5EF4-FFF2-40B4-BE49-F238E27FC236}">
                <a16:creationId xmlns:a16="http://schemas.microsoft.com/office/drawing/2014/main" id="{A8B81498-A655-BC1A-45B2-1FAA89AD2665}"/>
              </a:ext>
            </a:extLst>
          </p:cNvPr>
          <p:cNvGrpSpPr/>
          <p:nvPr/>
        </p:nvGrpSpPr>
        <p:grpSpPr>
          <a:xfrm rot="5400000">
            <a:off x="4353038" y="4233108"/>
            <a:ext cx="378521" cy="155218"/>
            <a:chOff x="7369638" y="1644631"/>
            <a:chExt cx="504694" cy="206957"/>
          </a:xfrm>
        </p:grpSpPr>
        <p:sp>
          <p:nvSpPr>
            <p:cNvPr id="20" name="Freeform: Shape 19">
              <a:extLst>
                <a:ext uri="{FF2B5EF4-FFF2-40B4-BE49-F238E27FC236}">
                  <a16:creationId xmlns:a16="http://schemas.microsoft.com/office/drawing/2014/main" id="{09254810-DCA2-750C-4415-269018D99BFC}"/>
                </a:ext>
              </a:extLst>
            </p:cNvPr>
            <p:cNvSpPr/>
            <p:nvPr/>
          </p:nvSpPr>
          <p:spPr>
            <a:xfrm rot="7417314" flipV="1">
              <a:off x="7374159"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21" name="Freeform: Shape 20">
              <a:extLst>
                <a:ext uri="{FF2B5EF4-FFF2-40B4-BE49-F238E27FC236}">
                  <a16:creationId xmlns:a16="http://schemas.microsoft.com/office/drawing/2014/main" id="{A97205F4-C778-E011-41ED-527FB3154BD3}"/>
                </a:ext>
              </a:extLst>
            </p:cNvPr>
            <p:cNvSpPr/>
            <p:nvPr/>
          </p:nvSpPr>
          <p:spPr>
            <a:xfrm rot="7417314" flipV="1">
              <a:off x="7518506"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22" name="Freeform: Shape 21">
              <a:extLst>
                <a:ext uri="{FF2B5EF4-FFF2-40B4-BE49-F238E27FC236}">
                  <a16:creationId xmlns:a16="http://schemas.microsoft.com/office/drawing/2014/main" id="{AF3BB71E-C869-49F2-C041-3913ECB4846E}"/>
                </a:ext>
              </a:extLst>
            </p:cNvPr>
            <p:cNvSpPr/>
            <p:nvPr/>
          </p:nvSpPr>
          <p:spPr>
            <a:xfrm rot="7417314" flipV="1">
              <a:off x="7662853"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grpSp>
      <p:grpSp>
        <p:nvGrpSpPr>
          <p:cNvPr id="16" name="Group 15">
            <a:extLst>
              <a:ext uri="{FF2B5EF4-FFF2-40B4-BE49-F238E27FC236}">
                <a16:creationId xmlns:a16="http://schemas.microsoft.com/office/drawing/2014/main" id="{092FD5C5-08F7-AC6B-8A85-3F609DB57732}"/>
              </a:ext>
            </a:extLst>
          </p:cNvPr>
          <p:cNvGrpSpPr/>
          <p:nvPr/>
        </p:nvGrpSpPr>
        <p:grpSpPr>
          <a:xfrm rot="5400000">
            <a:off x="7200805" y="4237433"/>
            <a:ext cx="378521" cy="155218"/>
            <a:chOff x="7369638" y="1644631"/>
            <a:chExt cx="504694" cy="206957"/>
          </a:xfrm>
        </p:grpSpPr>
        <p:sp>
          <p:nvSpPr>
            <p:cNvPr id="17" name="Freeform: Shape 16">
              <a:extLst>
                <a:ext uri="{FF2B5EF4-FFF2-40B4-BE49-F238E27FC236}">
                  <a16:creationId xmlns:a16="http://schemas.microsoft.com/office/drawing/2014/main" id="{83863667-426E-4F39-1BA6-283BCCA9C8D0}"/>
                </a:ext>
              </a:extLst>
            </p:cNvPr>
            <p:cNvSpPr/>
            <p:nvPr/>
          </p:nvSpPr>
          <p:spPr>
            <a:xfrm rot="7417314" flipV="1">
              <a:off x="7374159"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18" name="Freeform: Shape 17">
              <a:extLst>
                <a:ext uri="{FF2B5EF4-FFF2-40B4-BE49-F238E27FC236}">
                  <a16:creationId xmlns:a16="http://schemas.microsoft.com/office/drawing/2014/main" id="{0E8626F2-3FB6-86B9-CA56-F0E8AAC377A5}"/>
                </a:ext>
              </a:extLst>
            </p:cNvPr>
            <p:cNvSpPr/>
            <p:nvPr/>
          </p:nvSpPr>
          <p:spPr>
            <a:xfrm rot="7417314" flipV="1">
              <a:off x="7518506"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19" name="Freeform: Shape 18">
              <a:extLst>
                <a:ext uri="{FF2B5EF4-FFF2-40B4-BE49-F238E27FC236}">
                  <a16:creationId xmlns:a16="http://schemas.microsoft.com/office/drawing/2014/main" id="{CA4ECE1C-7F1D-BF95-289A-30FD2586BF97}"/>
                </a:ext>
              </a:extLst>
            </p:cNvPr>
            <p:cNvSpPr/>
            <p:nvPr/>
          </p:nvSpPr>
          <p:spPr>
            <a:xfrm rot="7417314" flipV="1">
              <a:off x="7662853"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grpSp>
      <p:sp>
        <p:nvSpPr>
          <p:cNvPr id="26" name="Title 25">
            <a:extLst>
              <a:ext uri="{FF2B5EF4-FFF2-40B4-BE49-F238E27FC236}">
                <a16:creationId xmlns:a16="http://schemas.microsoft.com/office/drawing/2014/main" id="{A0DEA3DD-95DA-9341-C0C9-735F97A8B8A1}"/>
              </a:ext>
            </a:extLst>
          </p:cNvPr>
          <p:cNvSpPr>
            <a:spLocks noGrp="1"/>
          </p:cNvSpPr>
          <p:nvPr>
            <p:ph type="title"/>
          </p:nvPr>
        </p:nvSpPr>
        <p:spPr/>
        <p:txBody>
          <a:bodyPr/>
          <a:lstStyle/>
          <a:p>
            <a:r>
              <a:rPr lang="en-GB" dirty="0"/>
              <a:t>A new challenge</a:t>
            </a:r>
            <a:endParaRPr lang="en-BE" dirty="0"/>
          </a:p>
        </p:txBody>
      </p:sp>
    </p:spTree>
    <p:extLst>
      <p:ext uri="{BB962C8B-B14F-4D97-AF65-F5344CB8AC3E}">
        <p14:creationId xmlns:p14="http://schemas.microsoft.com/office/powerpoint/2010/main" val="1258235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54D39-405B-3679-9AD5-9BCBA398DECB}"/>
              </a:ext>
            </a:extLst>
          </p:cNvPr>
          <p:cNvSpPr>
            <a:spLocks noGrp="1"/>
          </p:cNvSpPr>
          <p:nvPr>
            <p:ph type="title"/>
          </p:nvPr>
        </p:nvSpPr>
        <p:spPr/>
        <p:txBody>
          <a:bodyPr/>
          <a:lstStyle/>
          <a:p>
            <a:r>
              <a:rPr lang="en-GB" dirty="0"/>
              <a:t>It’s not just a security challenge</a:t>
            </a:r>
            <a:endParaRPr lang="en-BE" dirty="0"/>
          </a:p>
        </p:txBody>
      </p:sp>
      <p:pic>
        <p:nvPicPr>
          <p:cNvPr id="4" name="Picture 3">
            <a:extLst>
              <a:ext uri="{FF2B5EF4-FFF2-40B4-BE49-F238E27FC236}">
                <a16:creationId xmlns:a16="http://schemas.microsoft.com/office/drawing/2014/main" id="{703A7A73-D3E3-B544-5D90-FADCB0AFF333}"/>
              </a:ext>
            </a:extLst>
          </p:cNvPr>
          <p:cNvPicPr>
            <a:picLocks noChangeAspect="1"/>
          </p:cNvPicPr>
          <p:nvPr/>
        </p:nvPicPr>
        <p:blipFill>
          <a:blip r:embed="rId3"/>
          <a:stretch>
            <a:fillRect/>
          </a:stretch>
        </p:blipFill>
        <p:spPr>
          <a:xfrm>
            <a:off x="585231" y="1655897"/>
            <a:ext cx="7973538" cy="2943636"/>
          </a:xfrm>
          <a:prstGeom prst="rect">
            <a:avLst/>
          </a:prstGeom>
        </p:spPr>
      </p:pic>
    </p:spTree>
    <p:extLst>
      <p:ext uri="{BB962C8B-B14F-4D97-AF65-F5344CB8AC3E}">
        <p14:creationId xmlns:p14="http://schemas.microsoft.com/office/powerpoint/2010/main" val="3085720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71087-5EC1-1DC3-54B9-C7C48F289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41FF2-8610-FEE5-354C-6DDAAB9170E2}"/>
              </a:ext>
            </a:extLst>
          </p:cNvPr>
          <p:cNvSpPr>
            <a:spLocks noGrp="1"/>
          </p:cNvSpPr>
          <p:nvPr>
            <p:ph type="title"/>
          </p:nvPr>
        </p:nvSpPr>
        <p:spPr/>
        <p:txBody>
          <a:bodyPr/>
          <a:lstStyle/>
          <a:p>
            <a:r>
              <a:rPr lang="en-GB" dirty="0"/>
              <a:t>It’s not just a security challenge</a:t>
            </a:r>
            <a:endParaRPr lang="en-BE" dirty="0"/>
          </a:p>
        </p:txBody>
      </p:sp>
      <p:pic>
        <p:nvPicPr>
          <p:cNvPr id="5" name="Picture 4">
            <a:extLst>
              <a:ext uri="{FF2B5EF4-FFF2-40B4-BE49-F238E27FC236}">
                <a16:creationId xmlns:a16="http://schemas.microsoft.com/office/drawing/2014/main" id="{591CBA11-6341-2AF8-47EA-244FFA49C3D3}"/>
              </a:ext>
            </a:extLst>
          </p:cNvPr>
          <p:cNvPicPr>
            <a:picLocks noChangeAspect="1"/>
          </p:cNvPicPr>
          <p:nvPr/>
        </p:nvPicPr>
        <p:blipFill>
          <a:blip r:embed="rId3"/>
          <a:stretch>
            <a:fillRect/>
          </a:stretch>
        </p:blipFill>
        <p:spPr>
          <a:xfrm>
            <a:off x="2067766" y="1586490"/>
            <a:ext cx="5008468" cy="3100820"/>
          </a:xfrm>
          <a:prstGeom prst="rect">
            <a:avLst/>
          </a:prstGeom>
        </p:spPr>
      </p:pic>
      <p:sp>
        <p:nvSpPr>
          <p:cNvPr id="6" name="Oval 5">
            <a:extLst>
              <a:ext uri="{FF2B5EF4-FFF2-40B4-BE49-F238E27FC236}">
                <a16:creationId xmlns:a16="http://schemas.microsoft.com/office/drawing/2014/main" id="{D11B67B8-E2C2-9B6C-5039-A7DF3F36E9E1}"/>
              </a:ext>
            </a:extLst>
          </p:cNvPr>
          <p:cNvSpPr/>
          <p:nvPr/>
        </p:nvSpPr>
        <p:spPr>
          <a:xfrm>
            <a:off x="5965031" y="2926159"/>
            <a:ext cx="421481" cy="421481"/>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1013"/>
          </a:p>
        </p:txBody>
      </p:sp>
      <p:sp>
        <p:nvSpPr>
          <p:cNvPr id="7" name="TextBox 6">
            <a:extLst>
              <a:ext uri="{FF2B5EF4-FFF2-40B4-BE49-F238E27FC236}">
                <a16:creationId xmlns:a16="http://schemas.microsoft.com/office/drawing/2014/main" id="{E26E942B-A560-E1FD-00F1-2199098D064C}"/>
              </a:ext>
            </a:extLst>
          </p:cNvPr>
          <p:cNvSpPr txBox="1"/>
          <p:nvPr/>
        </p:nvSpPr>
        <p:spPr>
          <a:xfrm>
            <a:off x="4030217" y="2330170"/>
            <a:ext cx="1083564" cy="404085"/>
          </a:xfrm>
          <a:prstGeom prst="rect">
            <a:avLst/>
          </a:prstGeom>
          <a:noFill/>
        </p:spPr>
        <p:txBody>
          <a:bodyPr wrap="square" rtlCol="0">
            <a:spAutoFit/>
          </a:bodyPr>
          <a:lstStyle/>
          <a:p>
            <a:pPr algn="r"/>
            <a:r>
              <a:rPr lang="en-GB" sz="1013" dirty="0"/>
              <a:t>Mythos announced</a:t>
            </a:r>
            <a:endParaRPr lang="en-BE" sz="1013" dirty="0"/>
          </a:p>
        </p:txBody>
      </p:sp>
      <p:cxnSp>
        <p:nvCxnSpPr>
          <p:cNvPr id="9" name="Straight Arrow Connector 8">
            <a:extLst>
              <a:ext uri="{FF2B5EF4-FFF2-40B4-BE49-F238E27FC236}">
                <a16:creationId xmlns:a16="http://schemas.microsoft.com/office/drawing/2014/main" id="{6FE12AFF-432B-1BD7-FFAB-700370A159FB}"/>
              </a:ext>
            </a:extLst>
          </p:cNvPr>
          <p:cNvCxnSpPr>
            <a:endCxn id="6" idx="1"/>
          </p:cNvCxnSpPr>
          <p:nvPr/>
        </p:nvCxnSpPr>
        <p:spPr>
          <a:xfrm>
            <a:off x="5116068" y="2572544"/>
            <a:ext cx="910687" cy="41533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7865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A3135-3C9C-EA41-B151-B41B9216B87C}"/>
              </a:ext>
            </a:extLst>
          </p:cNvPr>
          <p:cNvSpPr>
            <a:spLocks noGrp="1"/>
          </p:cNvSpPr>
          <p:nvPr>
            <p:ph type="title"/>
          </p:nvPr>
        </p:nvSpPr>
        <p:spPr/>
        <p:txBody>
          <a:bodyPr/>
          <a:lstStyle/>
          <a:p>
            <a:r>
              <a:rPr lang="en-GB" dirty="0"/>
              <a:t>It’s not just a security challenge</a:t>
            </a:r>
            <a:endParaRPr lang="en-BE" dirty="0"/>
          </a:p>
        </p:txBody>
      </p:sp>
      <p:sp>
        <p:nvSpPr>
          <p:cNvPr id="3" name="Content Placeholder 2">
            <a:extLst>
              <a:ext uri="{FF2B5EF4-FFF2-40B4-BE49-F238E27FC236}">
                <a16:creationId xmlns:a16="http://schemas.microsoft.com/office/drawing/2014/main" id="{7BE52DC7-2E6A-BCDB-5A9A-1A4890E3DD6A}"/>
              </a:ext>
            </a:extLst>
          </p:cNvPr>
          <p:cNvSpPr>
            <a:spLocks noGrp="1"/>
          </p:cNvSpPr>
          <p:nvPr>
            <p:ph type="body" sz="quarter" idx="13"/>
          </p:nvPr>
        </p:nvSpPr>
        <p:spPr/>
        <p:txBody>
          <a:bodyPr>
            <a:normAutofit/>
          </a:bodyPr>
          <a:lstStyle/>
          <a:p>
            <a:r>
              <a:rPr lang="en-GB" sz="1400" dirty="0"/>
              <a:t>2 challenges for development</a:t>
            </a:r>
          </a:p>
          <a:p>
            <a:pPr lvl="1"/>
            <a:r>
              <a:rPr lang="en-GB" dirty="0"/>
              <a:t>Keeping dependencies up to date</a:t>
            </a:r>
          </a:p>
          <a:p>
            <a:pPr lvl="2"/>
            <a:r>
              <a:rPr lang="en-GB" dirty="0"/>
              <a:t>Updates are more frequent and contain more fixes</a:t>
            </a:r>
          </a:p>
          <a:p>
            <a:pPr lvl="2"/>
            <a:r>
              <a:rPr lang="en-GB" dirty="0"/>
              <a:t>… but the supply chain is also being targeted</a:t>
            </a:r>
          </a:p>
          <a:p>
            <a:pPr lvl="1"/>
            <a:r>
              <a:rPr lang="en-GB" dirty="0"/>
              <a:t>Vulnerabilities in proprietary code</a:t>
            </a:r>
          </a:p>
          <a:p>
            <a:pPr lvl="2"/>
            <a:r>
              <a:rPr lang="en-GB" dirty="0"/>
              <a:t>Changes may introduce new bugs</a:t>
            </a:r>
          </a:p>
          <a:p>
            <a:pPr lvl="2"/>
            <a:r>
              <a:rPr lang="en-GB" dirty="0"/>
              <a:t>Hundreds of millions of lines of code </a:t>
            </a:r>
            <a:r>
              <a:rPr lang="en-GB" dirty="0">
                <a:sym typeface="Wingdings" panose="05000000000000000000" pitchFamily="2" charset="2"/>
              </a:rPr>
              <a:t> thousands of vulnerabilities</a:t>
            </a:r>
          </a:p>
          <a:p>
            <a:r>
              <a:rPr lang="en-GB" sz="1400" dirty="0"/>
              <a:t>Manual patching can’t keep up</a:t>
            </a:r>
          </a:p>
          <a:p>
            <a:pPr lvl="1"/>
            <a:r>
              <a:rPr lang="en-GB" dirty="0"/>
              <a:t>Test coverage is more important than ever</a:t>
            </a:r>
          </a:p>
          <a:p>
            <a:pPr lvl="1"/>
            <a:r>
              <a:rPr lang="en-GB" dirty="0"/>
              <a:t>Feed the scan results to AI to auto-generate patches</a:t>
            </a:r>
          </a:p>
        </p:txBody>
      </p:sp>
    </p:spTree>
    <p:extLst>
      <p:ext uri="{BB962C8B-B14F-4D97-AF65-F5344CB8AC3E}">
        <p14:creationId xmlns:p14="http://schemas.microsoft.com/office/powerpoint/2010/main" val="3032766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1985-F2DE-93C1-6E60-B7C1DA253C94}"/>
              </a:ext>
            </a:extLst>
          </p:cNvPr>
          <p:cNvSpPr>
            <a:spLocks noGrp="1"/>
          </p:cNvSpPr>
          <p:nvPr>
            <p:ph type="title"/>
          </p:nvPr>
        </p:nvSpPr>
        <p:spPr/>
        <p:txBody>
          <a:bodyPr/>
          <a:lstStyle/>
          <a:p>
            <a:r>
              <a:rPr lang="en-GB" dirty="0"/>
              <a:t>Aikido: a strategic partnership</a:t>
            </a:r>
            <a:endParaRPr lang="en-BE" dirty="0"/>
          </a:p>
        </p:txBody>
      </p:sp>
      <p:pic>
        <p:nvPicPr>
          <p:cNvPr id="4" name="Picture 3">
            <a:extLst>
              <a:ext uri="{FF2B5EF4-FFF2-40B4-BE49-F238E27FC236}">
                <a16:creationId xmlns:a16="http://schemas.microsoft.com/office/drawing/2014/main" id="{0A848407-9DD2-DA08-2435-2C3BB8769E6F}"/>
              </a:ext>
            </a:extLst>
          </p:cNvPr>
          <p:cNvPicPr>
            <a:picLocks noChangeAspect="1"/>
          </p:cNvPicPr>
          <p:nvPr/>
        </p:nvPicPr>
        <p:blipFill>
          <a:blip r:embed="rId3"/>
          <a:stretch>
            <a:fillRect/>
          </a:stretch>
        </p:blipFill>
        <p:spPr>
          <a:xfrm>
            <a:off x="1753397" y="1132878"/>
            <a:ext cx="5637206" cy="2879333"/>
          </a:xfrm>
          <a:prstGeom prst="rect">
            <a:avLst/>
          </a:prstGeom>
        </p:spPr>
      </p:pic>
    </p:spTree>
    <p:extLst>
      <p:ext uri="{BB962C8B-B14F-4D97-AF65-F5344CB8AC3E}">
        <p14:creationId xmlns:p14="http://schemas.microsoft.com/office/powerpoint/2010/main" val="881105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AB278-2639-CC2C-52FF-A9C70876EC7C}"/>
              </a:ext>
            </a:extLst>
          </p:cNvPr>
          <p:cNvSpPr>
            <a:spLocks noGrp="1"/>
          </p:cNvSpPr>
          <p:nvPr>
            <p:ph type="title"/>
          </p:nvPr>
        </p:nvSpPr>
        <p:spPr/>
        <p:txBody>
          <a:bodyPr/>
          <a:lstStyle/>
          <a:p>
            <a:r>
              <a:rPr lang="en-GB" dirty="0"/>
              <a:t>Aikido: a strategic partnership</a:t>
            </a:r>
            <a:endParaRPr lang="en-BE" dirty="0"/>
          </a:p>
        </p:txBody>
      </p:sp>
      <p:grpSp>
        <p:nvGrpSpPr>
          <p:cNvPr id="4" name="Group 3">
            <a:extLst>
              <a:ext uri="{FF2B5EF4-FFF2-40B4-BE49-F238E27FC236}">
                <a16:creationId xmlns:a16="http://schemas.microsoft.com/office/drawing/2014/main" id="{74C214A5-DD98-FDD1-AD5B-793B99CF289F}"/>
              </a:ext>
            </a:extLst>
          </p:cNvPr>
          <p:cNvGrpSpPr/>
          <p:nvPr/>
        </p:nvGrpSpPr>
        <p:grpSpPr>
          <a:xfrm>
            <a:off x="2434915" y="2827016"/>
            <a:ext cx="378521" cy="155218"/>
            <a:chOff x="7369638" y="1644631"/>
            <a:chExt cx="504694" cy="206957"/>
          </a:xfrm>
        </p:grpSpPr>
        <p:sp>
          <p:nvSpPr>
            <p:cNvPr id="40" name="Freeform: Shape 39">
              <a:extLst>
                <a:ext uri="{FF2B5EF4-FFF2-40B4-BE49-F238E27FC236}">
                  <a16:creationId xmlns:a16="http://schemas.microsoft.com/office/drawing/2014/main" id="{CE947F2B-4F46-BBE2-66AA-873BDA8037A8}"/>
                </a:ext>
              </a:extLst>
            </p:cNvPr>
            <p:cNvSpPr/>
            <p:nvPr/>
          </p:nvSpPr>
          <p:spPr>
            <a:xfrm rot="7417314" flipV="1">
              <a:off x="7374159"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41" name="Freeform: Shape 40">
              <a:extLst>
                <a:ext uri="{FF2B5EF4-FFF2-40B4-BE49-F238E27FC236}">
                  <a16:creationId xmlns:a16="http://schemas.microsoft.com/office/drawing/2014/main" id="{1B04477B-A417-7082-9280-A6B32292241C}"/>
                </a:ext>
              </a:extLst>
            </p:cNvPr>
            <p:cNvSpPr/>
            <p:nvPr/>
          </p:nvSpPr>
          <p:spPr>
            <a:xfrm rot="7417314" flipV="1">
              <a:off x="7518506"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42" name="Freeform: Shape 41">
              <a:extLst>
                <a:ext uri="{FF2B5EF4-FFF2-40B4-BE49-F238E27FC236}">
                  <a16:creationId xmlns:a16="http://schemas.microsoft.com/office/drawing/2014/main" id="{58874EFA-96CE-397B-B001-E5B2D8F12FC2}"/>
                </a:ext>
              </a:extLst>
            </p:cNvPr>
            <p:cNvSpPr/>
            <p:nvPr/>
          </p:nvSpPr>
          <p:spPr>
            <a:xfrm rot="7417314" flipV="1">
              <a:off x="7662853"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grpSp>
      <p:pic>
        <p:nvPicPr>
          <p:cNvPr id="5" name="Picture 4" descr="Making Java Code Easier to Read (Without Changing it) | by X | Medium">
            <a:extLst>
              <a:ext uri="{FF2B5EF4-FFF2-40B4-BE49-F238E27FC236}">
                <a16:creationId xmlns:a16="http://schemas.microsoft.com/office/drawing/2014/main" id="{0DA39230-E9CE-4AF5-24B6-E2C9EA87683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3489"/>
          <a:stretch>
            <a:fillRect/>
          </a:stretch>
        </p:blipFill>
        <p:spPr bwMode="auto">
          <a:xfrm>
            <a:off x="3191137" y="2407836"/>
            <a:ext cx="2148880" cy="9935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8A2443F-1319-286E-E980-16C6A5B5D29E}"/>
              </a:ext>
            </a:extLst>
          </p:cNvPr>
          <p:cNvPicPr>
            <a:picLocks noChangeAspect="1"/>
          </p:cNvPicPr>
          <p:nvPr/>
        </p:nvPicPr>
        <p:blipFill>
          <a:blip r:embed="rId4"/>
          <a:stretch>
            <a:fillRect/>
          </a:stretch>
        </p:blipFill>
        <p:spPr>
          <a:xfrm>
            <a:off x="6633445" y="2405685"/>
            <a:ext cx="1496825" cy="997883"/>
          </a:xfrm>
          <a:prstGeom prst="rect">
            <a:avLst/>
          </a:prstGeom>
        </p:spPr>
      </p:pic>
      <p:grpSp>
        <p:nvGrpSpPr>
          <p:cNvPr id="7" name="Group 6">
            <a:extLst>
              <a:ext uri="{FF2B5EF4-FFF2-40B4-BE49-F238E27FC236}">
                <a16:creationId xmlns:a16="http://schemas.microsoft.com/office/drawing/2014/main" id="{36DCC384-8DCA-81C2-5711-05BC94CE6090}"/>
              </a:ext>
            </a:extLst>
          </p:cNvPr>
          <p:cNvGrpSpPr/>
          <p:nvPr/>
        </p:nvGrpSpPr>
        <p:grpSpPr>
          <a:xfrm>
            <a:off x="5746321" y="2827016"/>
            <a:ext cx="378521" cy="155218"/>
            <a:chOff x="7369638" y="1644631"/>
            <a:chExt cx="504694" cy="206957"/>
          </a:xfrm>
        </p:grpSpPr>
        <p:sp>
          <p:nvSpPr>
            <p:cNvPr id="37" name="Freeform: Shape 36">
              <a:extLst>
                <a:ext uri="{FF2B5EF4-FFF2-40B4-BE49-F238E27FC236}">
                  <a16:creationId xmlns:a16="http://schemas.microsoft.com/office/drawing/2014/main" id="{5E6907C5-BB74-5DBD-6DDD-C591CA0614CB}"/>
                </a:ext>
              </a:extLst>
            </p:cNvPr>
            <p:cNvSpPr/>
            <p:nvPr/>
          </p:nvSpPr>
          <p:spPr>
            <a:xfrm rot="7417314" flipV="1">
              <a:off x="7374159"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38" name="Freeform: Shape 37">
              <a:extLst>
                <a:ext uri="{FF2B5EF4-FFF2-40B4-BE49-F238E27FC236}">
                  <a16:creationId xmlns:a16="http://schemas.microsoft.com/office/drawing/2014/main" id="{3B667F04-4997-17CB-0E57-7A8289861A3D}"/>
                </a:ext>
              </a:extLst>
            </p:cNvPr>
            <p:cNvSpPr/>
            <p:nvPr/>
          </p:nvSpPr>
          <p:spPr>
            <a:xfrm rot="7417314" flipV="1">
              <a:off x="7518506"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39" name="Freeform: Shape 38">
              <a:extLst>
                <a:ext uri="{FF2B5EF4-FFF2-40B4-BE49-F238E27FC236}">
                  <a16:creationId xmlns:a16="http://schemas.microsoft.com/office/drawing/2014/main" id="{F0D06EB6-7C61-B406-BFCE-1A7554A29523}"/>
                </a:ext>
              </a:extLst>
            </p:cNvPr>
            <p:cNvSpPr/>
            <p:nvPr/>
          </p:nvSpPr>
          <p:spPr>
            <a:xfrm rot="7417314" flipV="1">
              <a:off x="7662853"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grpSp>
      <p:grpSp>
        <p:nvGrpSpPr>
          <p:cNvPr id="8" name="Group 7">
            <a:extLst>
              <a:ext uri="{FF2B5EF4-FFF2-40B4-BE49-F238E27FC236}">
                <a16:creationId xmlns:a16="http://schemas.microsoft.com/office/drawing/2014/main" id="{0C04FB15-9F55-F94D-E4C8-F8A9A0D24FCD}"/>
              </a:ext>
            </a:extLst>
          </p:cNvPr>
          <p:cNvGrpSpPr/>
          <p:nvPr/>
        </p:nvGrpSpPr>
        <p:grpSpPr>
          <a:xfrm rot="5400000">
            <a:off x="7192597" y="3569962"/>
            <a:ext cx="378521" cy="155218"/>
            <a:chOff x="7369638" y="1644631"/>
            <a:chExt cx="504694" cy="206957"/>
          </a:xfrm>
        </p:grpSpPr>
        <p:sp>
          <p:nvSpPr>
            <p:cNvPr id="34" name="Freeform: Shape 33">
              <a:extLst>
                <a:ext uri="{FF2B5EF4-FFF2-40B4-BE49-F238E27FC236}">
                  <a16:creationId xmlns:a16="http://schemas.microsoft.com/office/drawing/2014/main" id="{F9EBB7B2-D061-BB11-505F-6F434FAC9712}"/>
                </a:ext>
              </a:extLst>
            </p:cNvPr>
            <p:cNvSpPr/>
            <p:nvPr/>
          </p:nvSpPr>
          <p:spPr>
            <a:xfrm rot="7417314" flipV="1">
              <a:off x="7374159"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35" name="Freeform: Shape 34">
              <a:extLst>
                <a:ext uri="{FF2B5EF4-FFF2-40B4-BE49-F238E27FC236}">
                  <a16:creationId xmlns:a16="http://schemas.microsoft.com/office/drawing/2014/main" id="{5F4BCC36-D6FA-14BD-FE82-9AC09FD7DEEF}"/>
                </a:ext>
              </a:extLst>
            </p:cNvPr>
            <p:cNvSpPr/>
            <p:nvPr/>
          </p:nvSpPr>
          <p:spPr>
            <a:xfrm rot="7417314" flipV="1">
              <a:off x="7518506"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36" name="Freeform: Shape 35">
              <a:extLst>
                <a:ext uri="{FF2B5EF4-FFF2-40B4-BE49-F238E27FC236}">
                  <a16:creationId xmlns:a16="http://schemas.microsoft.com/office/drawing/2014/main" id="{0FA9C6EE-451F-A4B8-EFAE-7BC854DB43B2}"/>
                </a:ext>
              </a:extLst>
            </p:cNvPr>
            <p:cNvSpPr/>
            <p:nvPr/>
          </p:nvSpPr>
          <p:spPr>
            <a:xfrm rot="7417314" flipV="1">
              <a:off x="7662853"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grpSp>
      <p:grpSp>
        <p:nvGrpSpPr>
          <p:cNvPr id="9" name="Group 8">
            <a:extLst>
              <a:ext uri="{FF2B5EF4-FFF2-40B4-BE49-F238E27FC236}">
                <a16:creationId xmlns:a16="http://schemas.microsoft.com/office/drawing/2014/main" id="{EA870059-CEB2-5BC3-4BAD-C3D78B21FA44}"/>
              </a:ext>
            </a:extLst>
          </p:cNvPr>
          <p:cNvGrpSpPr/>
          <p:nvPr/>
        </p:nvGrpSpPr>
        <p:grpSpPr>
          <a:xfrm>
            <a:off x="6283817" y="3866252"/>
            <a:ext cx="2228098" cy="994951"/>
            <a:chOff x="8853313" y="5429668"/>
            <a:chExt cx="2970797" cy="1326601"/>
          </a:xfrm>
        </p:grpSpPr>
        <p:pic>
          <p:nvPicPr>
            <p:cNvPr id="32" name="Picture 31" descr="Belfius">
              <a:extLst>
                <a:ext uri="{FF2B5EF4-FFF2-40B4-BE49-F238E27FC236}">
                  <a16:creationId xmlns:a16="http://schemas.microsoft.com/office/drawing/2014/main" id="{CD96E897-37FA-20C4-C2C2-10E3E98085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53313" y="5429668"/>
              <a:ext cx="1407671" cy="132660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BF4DD746-05BE-7A10-5BFB-7D5952C2976D}"/>
                </a:ext>
              </a:extLst>
            </p:cNvPr>
            <p:cNvPicPr>
              <a:picLocks noChangeAspect="1"/>
            </p:cNvPicPr>
            <p:nvPr/>
          </p:nvPicPr>
          <p:blipFill>
            <a:blip r:embed="rId6"/>
            <a:stretch>
              <a:fillRect/>
            </a:stretch>
          </p:blipFill>
          <p:spPr>
            <a:xfrm>
              <a:off x="10239416" y="5626882"/>
              <a:ext cx="1584694" cy="932173"/>
            </a:xfrm>
            <a:prstGeom prst="rect">
              <a:avLst/>
            </a:prstGeom>
          </p:spPr>
        </p:pic>
      </p:grpSp>
      <p:grpSp>
        <p:nvGrpSpPr>
          <p:cNvPr id="10" name="Group 9">
            <a:extLst>
              <a:ext uri="{FF2B5EF4-FFF2-40B4-BE49-F238E27FC236}">
                <a16:creationId xmlns:a16="http://schemas.microsoft.com/office/drawing/2014/main" id="{93D15063-9772-D5E8-1C1A-4012186E9A82}"/>
              </a:ext>
            </a:extLst>
          </p:cNvPr>
          <p:cNvGrpSpPr/>
          <p:nvPr/>
        </p:nvGrpSpPr>
        <p:grpSpPr>
          <a:xfrm rot="10800000">
            <a:off x="5369439" y="4286117"/>
            <a:ext cx="378521" cy="155218"/>
            <a:chOff x="7369638" y="1644631"/>
            <a:chExt cx="504694" cy="206957"/>
          </a:xfrm>
        </p:grpSpPr>
        <p:sp>
          <p:nvSpPr>
            <p:cNvPr id="29" name="Freeform: Shape 28">
              <a:extLst>
                <a:ext uri="{FF2B5EF4-FFF2-40B4-BE49-F238E27FC236}">
                  <a16:creationId xmlns:a16="http://schemas.microsoft.com/office/drawing/2014/main" id="{127A8C1F-B14F-4920-D5AE-0D045A6111D6}"/>
                </a:ext>
              </a:extLst>
            </p:cNvPr>
            <p:cNvSpPr/>
            <p:nvPr/>
          </p:nvSpPr>
          <p:spPr>
            <a:xfrm rot="7417314" flipV="1">
              <a:off x="7374159"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30" name="Freeform: Shape 29">
              <a:extLst>
                <a:ext uri="{FF2B5EF4-FFF2-40B4-BE49-F238E27FC236}">
                  <a16:creationId xmlns:a16="http://schemas.microsoft.com/office/drawing/2014/main" id="{32B90A15-EC22-58D6-6401-CEA2E6076F55}"/>
                </a:ext>
              </a:extLst>
            </p:cNvPr>
            <p:cNvSpPr/>
            <p:nvPr/>
          </p:nvSpPr>
          <p:spPr>
            <a:xfrm rot="7417314" flipV="1">
              <a:off x="7518506"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31" name="Freeform: Shape 30">
              <a:extLst>
                <a:ext uri="{FF2B5EF4-FFF2-40B4-BE49-F238E27FC236}">
                  <a16:creationId xmlns:a16="http://schemas.microsoft.com/office/drawing/2014/main" id="{48428949-57EA-79B8-0CCC-EBCB329B2167}"/>
                </a:ext>
              </a:extLst>
            </p:cNvPr>
            <p:cNvSpPr/>
            <p:nvPr/>
          </p:nvSpPr>
          <p:spPr>
            <a:xfrm rot="7417314" flipV="1">
              <a:off x="7662853"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grpSp>
      <p:pic>
        <p:nvPicPr>
          <p:cNvPr id="11" name="Picture 10">
            <a:extLst>
              <a:ext uri="{FF2B5EF4-FFF2-40B4-BE49-F238E27FC236}">
                <a16:creationId xmlns:a16="http://schemas.microsoft.com/office/drawing/2014/main" id="{8FBD9EFA-2571-EAC3-70AA-22695DF260D9}"/>
              </a:ext>
            </a:extLst>
          </p:cNvPr>
          <p:cNvPicPr>
            <a:picLocks noChangeAspect="1"/>
          </p:cNvPicPr>
          <p:nvPr/>
        </p:nvPicPr>
        <p:blipFill>
          <a:blip r:embed="rId7"/>
          <a:stretch>
            <a:fillRect/>
          </a:stretch>
        </p:blipFill>
        <p:spPr>
          <a:xfrm>
            <a:off x="4011981" y="3638047"/>
            <a:ext cx="821602" cy="1232403"/>
          </a:xfrm>
          <a:prstGeom prst="rect">
            <a:avLst/>
          </a:prstGeom>
        </p:spPr>
      </p:pic>
      <p:grpSp>
        <p:nvGrpSpPr>
          <p:cNvPr id="12" name="Group 11">
            <a:extLst>
              <a:ext uri="{FF2B5EF4-FFF2-40B4-BE49-F238E27FC236}">
                <a16:creationId xmlns:a16="http://schemas.microsoft.com/office/drawing/2014/main" id="{DEB9A499-FD76-090F-ED15-CE2C9D81A16F}"/>
              </a:ext>
            </a:extLst>
          </p:cNvPr>
          <p:cNvGrpSpPr/>
          <p:nvPr/>
        </p:nvGrpSpPr>
        <p:grpSpPr>
          <a:xfrm rot="10800000">
            <a:off x="3001876" y="4254249"/>
            <a:ext cx="378521" cy="155218"/>
            <a:chOff x="7369638" y="1644631"/>
            <a:chExt cx="504694" cy="206957"/>
          </a:xfrm>
        </p:grpSpPr>
        <p:sp>
          <p:nvSpPr>
            <p:cNvPr id="26" name="Freeform: Shape 25">
              <a:extLst>
                <a:ext uri="{FF2B5EF4-FFF2-40B4-BE49-F238E27FC236}">
                  <a16:creationId xmlns:a16="http://schemas.microsoft.com/office/drawing/2014/main" id="{0AA59686-9894-F445-A526-923E8FCE6E8D}"/>
                </a:ext>
              </a:extLst>
            </p:cNvPr>
            <p:cNvSpPr/>
            <p:nvPr/>
          </p:nvSpPr>
          <p:spPr>
            <a:xfrm rot="7417314" flipV="1">
              <a:off x="7374159"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27" name="Freeform: Shape 26">
              <a:extLst>
                <a:ext uri="{FF2B5EF4-FFF2-40B4-BE49-F238E27FC236}">
                  <a16:creationId xmlns:a16="http://schemas.microsoft.com/office/drawing/2014/main" id="{878AD416-BCFA-C0FF-6747-440D83E686E8}"/>
                </a:ext>
              </a:extLst>
            </p:cNvPr>
            <p:cNvSpPr/>
            <p:nvPr/>
          </p:nvSpPr>
          <p:spPr>
            <a:xfrm rot="7417314" flipV="1">
              <a:off x="7518506"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28" name="Freeform: Shape 27">
              <a:extLst>
                <a:ext uri="{FF2B5EF4-FFF2-40B4-BE49-F238E27FC236}">
                  <a16:creationId xmlns:a16="http://schemas.microsoft.com/office/drawing/2014/main" id="{68799A8A-8B3F-B4AF-9713-E172AC3AAC90}"/>
                </a:ext>
              </a:extLst>
            </p:cNvPr>
            <p:cNvSpPr/>
            <p:nvPr/>
          </p:nvSpPr>
          <p:spPr>
            <a:xfrm rot="7417314" flipV="1">
              <a:off x="7662853"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grpSp>
      <p:pic>
        <p:nvPicPr>
          <p:cNvPr id="13" name="Picture 12">
            <a:extLst>
              <a:ext uri="{FF2B5EF4-FFF2-40B4-BE49-F238E27FC236}">
                <a16:creationId xmlns:a16="http://schemas.microsoft.com/office/drawing/2014/main" id="{F1FCA4ED-E3B9-C076-235E-A1E6A89FA39F}"/>
              </a:ext>
            </a:extLst>
          </p:cNvPr>
          <p:cNvPicPr>
            <a:picLocks noChangeAspect="1"/>
          </p:cNvPicPr>
          <p:nvPr/>
        </p:nvPicPr>
        <p:blipFill>
          <a:blip r:embed="rId8"/>
          <a:stretch>
            <a:fillRect/>
          </a:stretch>
        </p:blipFill>
        <p:spPr>
          <a:xfrm>
            <a:off x="706623" y="3887874"/>
            <a:ext cx="1427556" cy="951704"/>
          </a:xfrm>
          <a:prstGeom prst="rect">
            <a:avLst/>
          </a:prstGeom>
        </p:spPr>
      </p:pic>
      <p:grpSp>
        <p:nvGrpSpPr>
          <p:cNvPr id="14" name="Group 13">
            <a:extLst>
              <a:ext uri="{FF2B5EF4-FFF2-40B4-BE49-F238E27FC236}">
                <a16:creationId xmlns:a16="http://schemas.microsoft.com/office/drawing/2014/main" id="{C344C5D6-D3E7-220D-DA4D-7962AC0F0EA6}"/>
              </a:ext>
            </a:extLst>
          </p:cNvPr>
          <p:cNvGrpSpPr/>
          <p:nvPr/>
        </p:nvGrpSpPr>
        <p:grpSpPr>
          <a:xfrm rot="16200000">
            <a:off x="1231142" y="3675682"/>
            <a:ext cx="378521" cy="155218"/>
            <a:chOff x="7369638" y="1644631"/>
            <a:chExt cx="504694" cy="206957"/>
          </a:xfrm>
        </p:grpSpPr>
        <p:sp>
          <p:nvSpPr>
            <p:cNvPr id="23" name="Freeform: Shape 22">
              <a:extLst>
                <a:ext uri="{FF2B5EF4-FFF2-40B4-BE49-F238E27FC236}">
                  <a16:creationId xmlns:a16="http://schemas.microsoft.com/office/drawing/2014/main" id="{5AA396CE-78C2-445F-56E9-EBB484A94B4C}"/>
                </a:ext>
              </a:extLst>
            </p:cNvPr>
            <p:cNvSpPr/>
            <p:nvPr/>
          </p:nvSpPr>
          <p:spPr>
            <a:xfrm rot="7417314" flipV="1">
              <a:off x="7374159"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24" name="Freeform: Shape 23">
              <a:extLst>
                <a:ext uri="{FF2B5EF4-FFF2-40B4-BE49-F238E27FC236}">
                  <a16:creationId xmlns:a16="http://schemas.microsoft.com/office/drawing/2014/main" id="{3326069B-D1FF-B227-528C-E643418A3C79}"/>
                </a:ext>
              </a:extLst>
            </p:cNvPr>
            <p:cNvSpPr/>
            <p:nvPr/>
          </p:nvSpPr>
          <p:spPr>
            <a:xfrm rot="7417314" flipV="1">
              <a:off x="7518506"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sp>
          <p:nvSpPr>
            <p:cNvPr id="25" name="Freeform: Shape 24">
              <a:extLst>
                <a:ext uri="{FF2B5EF4-FFF2-40B4-BE49-F238E27FC236}">
                  <a16:creationId xmlns:a16="http://schemas.microsoft.com/office/drawing/2014/main" id="{EF01812D-3FC4-0567-CA63-17B41D4E9C8D}"/>
                </a:ext>
              </a:extLst>
            </p:cNvPr>
            <p:cNvSpPr/>
            <p:nvPr/>
          </p:nvSpPr>
          <p:spPr>
            <a:xfrm rot="7417314" flipV="1">
              <a:off x="7662853" y="1640110"/>
              <a:ext cx="206957" cy="216000"/>
            </a:xfrm>
            <a:custGeom>
              <a:avLst/>
              <a:gdLst>
                <a:gd name="connsiteX0" fmla="*/ 8268 w 206957"/>
                <a:gd name="connsiteY0" fmla="*/ 8268 h 216000"/>
                <a:gd name="connsiteX1" fmla="*/ 0 w 206957"/>
                <a:gd name="connsiteY1" fmla="*/ 28230 h 216000"/>
                <a:gd name="connsiteX2" fmla="*/ 0 w 206957"/>
                <a:gd name="connsiteY2" fmla="*/ 187770 h 216000"/>
                <a:gd name="connsiteX3" fmla="*/ 3631 w 206957"/>
                <a:gd name="connsiteY3" fmla="*/ 196537 h 216000"/>
                <a:gd name="connsiteX4" fmla="*/ 3577 w 206957"/>
                <a:gd name="connsiteY4" fmla="*/ 198812 h 216000"/>
                <a:gd name="connsiteX5" fmla="*/ 5340 w 206957"/>
                <a:gd name="connsiteY5" fmla="*/ 200661 h 216000"/>
                <a:gd name="connsiteX6" fmla="*/ 8268 w 206957"/>
                <a:gd name="connsiteY6" fmla="*/ 207732 h 216000"/>
                <a:gd name="connsiteX7" fmla="*/ 14568 w 206957"/>
                <a:gd name="connsiteY7" fmla="*/ 210341 h 216000"/>
                <a:gd name="connsiteX8" fmla="*/ 18486 w 206957"/>
                <a:gd name="connsiteY8" fmla="*/ 214451 h 216000"/>
                <a:gd name="connsiteX9" fmla="*/ 24857 w 206957"/>
                <a:gd name="connsiteY9" fmla="*/ 214603 h 216000"/>
                <a:gd name="connsiteX10" fmla="*/ 28230 w 206957"/>
                <a:gd name="connsiteY10" fmla="*/ 216000 h 216000"/>
                <a:gd name="connsiteX11" fmla="*/ 31235 w 206957"/>
                <a:gd name="connsiteY11" fmla="*/ 214755 h 216000"/>
                <a:gd name="connsiteX12" fmla="*/ 40086 w 206957"/>
                <a:gd name="connsiteY12" fmla="*/ 214966 h 216000"/>
                <a:gd name="connsiteX13" fmla="*/ 188897 w 206957"/>
                <a:gd name="connsiteY13" fmla="*/ 157448 h 216000"/>
                <a:gd name="connsiteX14" fmla="*/ 205051 w 206957"/>
                <a:gd name="connsiteY14" fmla="*/ 120939 h 216000"/>
                <a:gd name="connsiteX15" fmla="*/ 168542 w 206957"/>
                <a:gd name="connsiteY15" fmla="*/ 104785 h 216000"/>
                <a:gd name="connsiteX16" fmla="*/ 56460 w 206957"/>
                <a:gd name="connsiteY16" fmla="*/ 148107 h 216000"/>
                <a:gd name="connsiteX17" fmla="*/ 56460 w 206957"/>
                <a:gd name="connsiteY17" fmla="*/ 28230 h 216000"/>
                <a:gd name="connsiteX18" fmla="*/ 28230 w 206957"/>
                <a:gd name="connsiteY18" fmla="*/ 0 h 216000"/>
                <a:gd name="connsiteX19" fmla="*/ 8268 w 206957"/>
                <a:gd name="connsiteY19" fmla="*/ 8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957" h="216000">
                  <a:moveTo>
                    <a:pt x="8268" y="8268"/>
                  </a:moveTo>
                  <a:cubicBezTo>
                    <a:pt x="3160" y="13377"/>
                    <a:pt x="0" y="20434"/>
                    <a:pt x="0" y="28230"/>
                  </a:cubicBezTo>
                  <a:lnTo>
                    <a:pt x="0" y="187770"/>
                  </a:lnTo>
                  <a:lnTo>
                    <a:pt x="3631" y="196537"/>
                  </a:lnTo>
                  <a:lnTo>
                    <a:pt x="3577" y="198812"/>
                  </a:lnTo>
                  <a:lnTo>
                    <a:pt x="5340" y="200661"/>
                  </a:lnTo>
                  <a:lnTo>
                    <a:pt x="8268" y="207732"/>
                  </a:lnTo>
                  <a:lnTo>
                    <a:pt x="14568" y="210341"/>
                  </a:lnTo>
                  <a:lnTo>
                    <a:pt x="18486" y="214451"/>
                  </a:lnTo>
                  <a:lnTo>
                    <a:pt x="24857" y="214603"/>
                  </a:lnTo>
                  <a:lnTo>
                    <a:pt x="28230" y="216000"/>
                  </a:lnTo>
                  <a:lnTo>
                    <a:pt x="31235" y="214755"/>
                  </a:lnTo>
                  <a:lnTo>
                    <a:pt x="40086" y="214966"/>
                  </a:lnTo>
                  <a:lnTo>
                    <a:pt x="188897" y="157448"/>
                  </a:lnTo>
                  <a:cubicBezTo>
                    <a:pt x="203440" y="151827"/>
                    <a:pt x="210672" y="135482"/>
                    <a:pt x="205051" y="120939"/>
                  </a:cubicBezTo>
                  <a:cubicBezTo>
                    <a:pt x="199430" y="106396"/>
                    <a:pt x="183084" y="99164"/>
                    <a:pt x="168542" y="104785"/>
                  </a:cubicBezTo>
                  <a:lnTo>
                    <a:pt x="56460" y="148107"/>
                  </a:lnTo>
                  <a:lnTo>
                    <a:pt x="56460" y="28230"/>
                  </a:lnTo>
                  <a:cubicBezTo>
                    <a:pt x="56460" y="12639"/>
                    <a:pt x="43821" y="0"/>
                    <a:pt x="28230" y="0"/>
                  </a:cubicBezTo>
                  <a:cubicBezTo>
                    <a:pt x="20434" y="0"/>
                    <a:pt x="13377" y="3159"/>
                    <a:pt x="8268" y="8268"/>
                  </a:cubicBezTo>
                  <a:close/>
                </a:path>
              </a:pathLst>
            </a:custGeom>
            <a:gradFill>
              <a:gsLst>
                <a:gs pos="0">
                  <a:schemeClr val="accent2">
                    <a:alpha val="80000"/>
                  </a:schemeClr>
                </a:gs>
                <a:gs pos="55000">
                  <a:schemeClr val="tx2">
                    <a:lumMod val="75000"/>
                    <a:alpha val="80000"/>
                  </a:schemeClr>
                </a:gs>
                <a:gs pos="100000">
                  <a:schemeClr val="bg1">
                    <a:lumMod val="75000"/>
                    <a:alpha val="8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BE" sz="1350">
                <a:solidFill>
                  <a:schemeClr val="tx1"/>
                </a:solidFill>
              </a:endParaRPr>
            </a:p>
          </p:txBody>
        </p:sp>
      </p:grpSp>
      <p:sp>
        <p:nvSpPr>
          <p:cNvPr id="15" name="TextBox 59">
            <a:extLst>
              <a:ext uri="{FF2B5EF4-FFF2-40B4-BE49-F238E27FC236}">
                <a16:creationId xmlns:a16="http://schemas.microsoft.com/office/drawing/2014/main" id="{3EF80B2C-AF1C-6386-04B3-BEAD69A3A155}"/>
              </a:ext>
            </a:extLst>
          </p:cNvPr>
          <p:cNvSpPr txBox="1"/>
          <p:nvPr/>
        </p:nvSpPr>
        <p:spPr>
          <a:xfrm>
            <a:off x="1803631" y="2435522"/>
            <a:ext cx="1641617" cy="369332"/>
          </a:xfrm>
          <a:prstGeom prst="rect">
            <a:avLst/>
          </a:prstGeom>
          <a:noFill/>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133">
              <a:spcAft>
                <a:spcPts val="900"/>
              </a:spcAft>
              <a:defRPr/>
            </a:pPr>
            <a:r>
              <a:rPr lang="en-US" sz="900" b="1" dirty="0">
                <a:latin typeface="Belfius21 "/>
              </a:rPr>
              <a:t>Define scope</a:t>
            </a:r>
            <a:br>
              <a:rPr lang="en-US" sz="900" b="1" dirty="0">
                <a:latin typeface="Belfius21 "/>
              </a:rPr>
            </a:br>
            <a:r>
              <a:rPr lang="en-US" sz="900" b="1" dirty="0">
                <a:latin typeface="Belfius21 "/>
              </a:rPr>
              <a:t>Ingest code</a:t>
            </a:r>
          </a:p>
        </p:txBody>
      </p:sp>
      <p:sp>
        <p:nvSpPr>
          <p:cNvPr id="16" name="TextBox 60">
            <a:extLst>
              <a:ext uri="{FF2B5EF4-FFF2-40B4-BE49-F238E27FC236}">
                <a16:creationId xmlns:a16="http://schemas.microsoft.com/office/drawing/2014/main" id="{28E04375-0DB9-E746-ED90-4F314480EC9C}"/>
              </a:ext>
            </a:extLst>
          </p:cNvPr>
          <p:cNvSpPr txBox="1"/>
          <p:nvPr/>
        </p:nvSpPr>
        <p:spPr>
          <a:xfrm>
            <a:off x="5114773" y="2325388"/>
            <a:ext cx="1641617" cy="507831"/>
          </a:xfrm>
          <a:prstGeom prst="rect">
            <a:avLst/>
          </a:prstGeom>
          <a:noFill/>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133">
              <a:spcAft>
                <a:spcPts val="900"/>
              </a:spcAft>
              <a:defRPr/>
            </a:pPr>
            <a:r>
              <a:rPr lang="en-US" sz="900" b="1" dirty="0">
                <a:latin typeface="Belfius21 "/>
              </a:rPr>
              <a:t>Scan for </a:t>
            </a:r>
            <a:br>
              <a:rPr lang="en-US" sz="900" b="1" dirty="0">
                <a:latin typeface="Belfius21 "/>
              </a:rPr>
            </a:br>
            <a:r>
              <a:rPr lang="en-US" sz="900" b="1" dirty="0">
                <a:latin typeface="Belfius21 "/>
              </a:rPr>
              <a:t>vulnerabilities </a:t>
            </a:r>
            <a:br>
              <a:rPr lang="en-US" sz="900" b="1" dirty="0">
                <a:latin typeface="Belfius21 "/>
              </a:rPr>
            </a:br>
            <a:r>
              <a:rPr lang="en-US" sz="900" b="1" dirty="0">
                <a:latin typeface="Belfius21 "/>
              </a:rPr>
              <a:t>using AI agents</a:t>
            </a:r>
          </a:p>
        </p:txBody>
      </p:sp>
      <p:sp>
        <p:nvSpPr>
          <p:cNvPr id="17" name="TextBox 62">
            <a:extLst>
              <a:ext uri="{FF2B5EF4-FFF2-40B4-BE49-F238E27FC236}">
                <a16:creationId xmlns:a16="http://schemas.microsoft.com/office/drawing/2014/main" id="{12165A9E-7A7A-B2E4-FAF0-8919F880EC92}"/>
              </a:ext>
            </a:extLst>
          </p:cNvPr>
          <p:cNvSpPr txBox="1"/>
          <p:nvPr/>
        </p:nvSpPr>
        <p:spPr>
          <a:xfrm>
            <a:off x="4710082" y="3987878"/>
            <a:ext cx="1641617" cy="230832"/>
          </a:xfrm>
          <a:prstGeom prst="rect">
            <a:avLst/>
          </a:prstGeom>
          <a:noFill/>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133">
              <a:spcAft>
                <a:spcPts val="900"/>
              </a:spcAft>
              <a:defRPr/>
            </a:pPr>
            <a:r>
              <a:rPr lang="en-US" sz="900" b="1" dirty="0">
                <a:latin typeface="Belfius21 "/>
              </a:rPr>
              <a:t>Report true positives</a:t>
            </a:r>
          </a:p>
        </p:txBody>
      </p:sp>
      <p:sp>
        <p:nvSpPr>
          <p:cNvPr id="18" name="TextBox 63">
            <a:extLst>
              <a:ext uri="{FF2B5EF4-FFF2-40B4-BE49-F238E27FC236}">
                <a16:creationId xmlns:a16="http://schemas.microsoft.com/office/drawing/2014/main" id="{9174BE41-819A-13DD-D8B8-37C2C2B4D7A1}"/>
              </a:ext>
            </a:extLst>
          </p:cNvPr>
          <p:cNvSpPr txBox="1"/>
          <p:nvPr/>
        </p:nvSpPr>
        <p:spPr>
          <a:xfrm>
            <a:off x="2343348" y="3987877"/>
            <a:ext cx="1641617" cy="230832"/>
          </a:xfrm>
          <a:prstGeom prst="rect">
            <a:avLst/>
          </a:prstGeom>
          <a:noFill/>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133">
              <a:spcAft>
                <a:spcPts val="900"/>
              </a:spcAft>
              <a:defRPr/>
            </a:pPr>
            <a:r>
              <a:rPr lang="en-US" sz="900" b="1" dirty="0">
                <a:latin typeface="Belfius21 "/>
              </a:rPr>
              <a:t>Report towards </a:t>
            </a:r>
            <a:r>
              <a:rPr lang="en-US" sz="900" b="1" dirty="0" err="1">
                <a:latin typeface="Belfius21 "/>
              </a:rPr>
              <a:t>devs</a:t>
            </a:r>
            <a:endParaRPr lang="en-US" sz="900" b="1" dirty="0">
              <a:latin typeface="Belfius21 "/>
            </a:endParaRPr>
          </a:p>
        </p:txBody>
      </p:sp>
      <p:sp>
        <p:nvSpPr>
          <p:cNvPr id="19" name="TextBox 64">
            <a:extLst>
              <a:ext uri="{FF2B5EF4-FFF2-40B4-BE49-F238E27FC236}">
                <a16:creationId xmlns:a16="http://schemas.microsoft.com/office/drawing/2014/main" id="{14790FA7-C0D9-1417-7F73-1A8AFA65D25A}"/>
              </a:ext>
            </a:extLst>
          </p:cNvPr>
          <p:cNvSpPr txBox="1"/>
          <p:nvPr/>
        </p:nvSpPr>
        <p:spPr>
          <a:xfrm>
            <a:off x="1150964" y="3598856"/>
            <a:ext cx="1641617" cy="230832"/>
          </a:xfrm>
          <a:prstGeom prst="rect">
            <a:avLst/>
          </a:prstGeom>
          <a:noFill/>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133">
              <a:spcAft>
                <a:spcPts val="900"/>
              </a:spcAft>
              <a:defRPr/>
            </a:pPr>
            <a:r>
              <a:rPr lang="en-US" sz="900" b="1" dirty="0">
                <a:latin typeface="Belfius21 "/>
              </a:rPr>
              <a:t>Remediate</a:t>
            </a:r>
          </a:p>
        </p:txBody>
      </p:sp>
      <p:sp>
        <p:nvSpPr>
          <p:cNvPr id="20" name="Rectangle 19">
            <a:extLst>
              <a:ext uri="{FF2B5EF4-FFF2-40B4-BE49-F238E27FC236}">
                <a16:creationId xmlns:a16="http://schemas.microsoft.com/office/drawing/2014/main" id="{7BF0CDA7-42AC-36CB-112F-30C31574413A}"/>
              </a:ext>
            </a:extLst>
          </p:cNvPr>
          <p:cNvSpPr/>
          <p:nvPr/>
        </p:nvSpPr>
        <p:spPr>
          <a:xfrm>
            <a:off x="706623" y="1153410"/>
            <a:ext cx="7423647" cy="801029"/>
          </a:xfrm>
          <a:prstGeom prst="rect">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sz="1799">
              <a:solidFill>
                <a:schemeClr val="tx1"/>
              </a:solidFill>
              <a:latin typeface="Belfius21 Light"/>
            </a:endParaRPr>
          </a:p>
        </p:txBody>
      </p:sp>
      <p:sp>
        <p:nvSpPr>
          <p:cNvPr id="21" name="TextBox 66">
            <a:extLst>
              <a:ext uri="{FF2B5EF4-FFF2-40B4-BE49-F238E27FC236}">
                <a16:creationId xmlns:a16="http://schemas.microsoft.com/office/drawing/2014/main" id="{D4819906-A627-ED4C-0F53-6C040AA7C9EF}"/>
              </a:ext>
            </a:extLst>
          </p:cNvPr>
          <p:cNvSpPr txBox="1"/>
          <p:nvPr/>
        </p:nvSpPr>
        <p:spPr>
          <a:xfrm>
            <a:off x="760629" y="1207414"/>
            <a:ext cx="6934384" cy="747025"/>
          </a:xfrm>
          <a:prstGeom prst="rect">
            <a:avLst/>
          </a:prstGeom>
          <a:noFill/>
        </p:spPr>
        <p:txBody>
          <a:bodyPr wrap="square" lIns="27000" tIns="27000" rIns="27000" bIns="2700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8588" indent="-128588">
              <a:buFont typeface="Arial" panose="020B0604020202020204" pitchFamily="34" charset="0"/>
              <a:buChar char="•"/>
            </a:pPr>
            <a:r>
              <a:rPr lang="en-US" sz="900" b="1" dirty="0">
                <a:latin typeface="Belfius21" pitchFamily="2" charset="0"/>
              </a:rPr>
              <a:t>A hardware appliance</a:t>
            </a:r>
            <a:r>
              <a:rPr lang="en-US" sz="900" dirty="0">
                <a:latin typeface="Belfius21" pitchFamily="2" charset="0"/>
              </a:rPr>
              <a:t> placed in our datacenter</a:t>
            </a:r>
          </a:p>
          <a:p>
            <a:pPr marL="128588" indent="-128588">
              <a:buFont typeface="Arial" panose="020B0604020202020204" pitchFamily="34" charset="0"/>
              <a:buChar char="•"/>
            </a:pPr>
            <a:r>
              <a:rPr lang="en-US" sz="900" dirty="0">
                <a:latin typeface="Belfius21" pitchFamily="2" charset="0"/>
              </a:rPr>
              <a:t>It contains the needed hardware to run an </a:t>
            </a:r>
            <a:r>
              <a:rPr lang="en-US" sz="900" b="1" dirty="0">
                <a:latin typeface="Belfius21" pitchFamily="2" charset="0"/>
              </a:rPr>
              <a:t>Open-Source AI model </a:t>
            </a:r>
          </a:p>
          <a:p>
            <a:pPr marL="128588" indent="-128588">
              <a:buFont typeface="Arial" panose="020B0604020202020204" pitchFamily="34" charset="0"/>
              <a:buChar char="•"/>
            </a:pPr>
            <a:r>
              <a:rPr lang="en-US" sz="900" dirty="0">
                <a:latin typeface="Belfius21" pitchFamily="2" charset="0"/>
              </a:rPr>
              <a:t>The software needed to use this AI model to run </a:t>
            </a:r>
            <a:r>
              <a:rPr lang="en-US" sz="900" b="1" dirty="0">
                <a:latin typeface="Belfius21" pitchFamily="2" charset="0"/>
              </a:rPr>
              <a:t>white box security assessments </a:t>
            </a:r>
          </a:p>
          <a:p>
            <a:pPr marL="128588" indent="-128588">
              <a:buFont typeface="Arial" panose="020B0604020202020204" pitchFamily="34" charset="0"/>
              <a:buChar char="•"/>
            </a:pPr>
            <a:r>
              <a:rPr lang="en-US" sz="900" dirty="0">
                <a:latin typeface="Belfius21" pitchFamily="2" charset="0"/>
              </a:rPr>
              <a:t>The R&amp;D into </a:t>
            </a:r>
            <a:r>
              <a:rPr lang="en-US" sz="900" b="1" dirty="0">
                <a:latin typeface="Belfius21" pitchFamily="2" charset="0"/>
              </a:rPr>
              <a:t>new models </a:t>
            </a:r>
          </a:p>
          <a:p>
            <a:pPr marL="128588" indent="-128588">
              <a:buFont typeface="Arial" panose="020B0604020202020204" pitchFamily="34" charset="0"/>
              <a:buChar char="•"/>
            </a:pPr>
            <a:r>
              <a:rPr lang="en-US" sz="900" dirty="0">
                <a:latin typeface="Belfius21" pitchFamily="2" charset="0"/>
              </a:rPr>
              <a:t>The needed </a:t>
            </a:r>
            <a:r>
              <a:rPr lang="en-US" sz="900" b="1" dirty="0">
                <a:latin typeface="Belfius21" pitchFamily="2" charset="0"/>
              </a:rPr>
              <a:t>support</a:t>
            </a:r>
            <a:r>
              <a:rPr lang="en-US" sz="900" dirty="0">
                <a:latin typeface="Belfius21" pitchFamily="2" charset="0"/>
              </a:rPr>
              <a:t> for hardware and software maintenance </a:t>
            </a:r>
          </a:p>
        </p:txBody>
      </p:sp>
      <p:pic>
        <p:nvPicPr>
          <p:cNvPr id="54" name="Picture 53">
            <a:extLst>
              <a:ext uri="{FF2B5EF4-FFF2-40B4-BE49-F238E27FC236}">
                <a16:creationId xmlns:a16="http://schemas.microsoft.com/office/drawing/2014/main" id="{8B25CC47-48A9-0D2E-A578-5A66A2D6778F}"/>
              </a:ext>
            </a:extLst>
          </p:cNvPr>
          <p:cNvPicPr>
            <a:picLocks noChangeAspect="1"/>
          </p:cNvPicPr>
          <p:nvPr/>
        </p:nvPicPr>
        <p:blipFill>
          <a:blip r:embed="rId9"/>
          <a:stretch>
            <a:fillRect/>
          </a:stretch>
        </p:blipFill>
        <p:spPr>
          <a:xfrm>
            <a:off x="703174" y="2192696"/>
            <a:ext cx="1446497" cy="1284804"/>
          </a:xfrm>
          <a:prstGeom prst="rect">
            <a:avLst/>
          </a:prstGeom>
        </p:spPr>
      </p:pic>
    </p:spTree>
    <p:extLst>
      <p:ext uri="{BB962C8B-B14F-4D97-AF65-F5344CB8AC3E}">
        <p14:creationId xmlns:p14="http://schemas.microsoft.com/office/powerpoint/2010/main" val="1345977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F1EEA50-6D2A-40A2-F840-50991A9B4E88}"/>
              </a:ext>
            </a:extLst>
          </p:cNvPr>
          <p:cNvSpPr>
            <a:spLocks noGrp="1"/>
          </p:cNvSpPr>
          <p:nvPr>
            <p:ph type="title"/>
          </p:nvPr>
        </p:nvSpPr>
        <p:spPr/>
        <p:txBody>
          <a:bodyPr/>
          <a:lstStyle/>
          <a:p>
            <a:r>
              <a:rPr lang="en-GB" dirty="0"/>
              <a:t>AI-assisted development</a:t>
            </a:r>
            <a:br>
              <a:rPr lang="en-BE" dirty="0"/>
            </a:br>
            <a:endParaRPr lang="en-BE" dirty="0"/>
          </a:p>
        </p:txBody>
      </p:sp>
      <p:sp>
        <p:nvSpPr>
          <p:cNvPr id="4" name="Text Placeholder 3">
            <a:extLst>
              <a:ext uri="{FF2B5EF4-FFF2-40B4-BE49-F238E27FC236}">
                <a16:creationId xmlns:a16="http://schemas.microsoft.com/office/drawing/2014/main" id="{1E9F2992-ADD8-6E8B-8E16-32572C79A47D}"/>
              </a:ext>
            </a:extLst>
          </p:cNvPr>
          <p:cNvSpPr>
            <a:spLocks noGrp="1"/>
          </p:cNvSpPr>
          <p:nvPr>
            <p:ph type="body" sz="quarter" idx="12"/>
          </p:nvPr>
        </p:nvSpPr>
        <p:spPr/>
        <p:txBody>
          <a:bodyPr/>
          <a:lstStyle/>
          <a:p>
            <a:r>
              <a:rPr lang="en-GB" dirty="0"/>
              <a:t>3 rules for responsible use</a:t>
            </a:r>
            <a:endParaRPr lang="en-BE" dirty="0"/>
          </a:p>
        </p:txBody>
      </p:sp>
    </p:spTree>
    <p:extLst>
      <p:ext uri="{BB962C8B-B14F-4D97-AF65-F5344CB8AC3E}">
        <p14:creationId xmlns:p14="http://schemas.microsoft.com/office/powerpoint/2010/main" val="871221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2A060-2D79-8BA5-91A3-FF66AA8025DC}"/>
              </a:ext>
            </a:extLst>
          </p:cNvPr>
          <p:cNvSpPr>
            <a:spLocks noGrp="1"/>
          </p:cNvSpPr>
          <p:nvPr>
            <p:ph type="title"/>
          </p:nvPr>
        </p:nvSpPr>
        <p:spPr/>
        <p:txBody>
          <a:bodyPr/>
          <a:lstStyle/>
          <a:p>
            <a:r>
              <a:rPr lang="en-GB" dirty="0"/>
              <a:t>Source code is valuable</a:t>
            </a:r>
            <a:endParaRPr lang="en-BE" dirty="0"/>
          </a:p>
        </p:txBody>
      </p:sp>
      <p:sp>
        <p:nvSpPr>
          <p:cNvPr id="3" name="Content Placeholder 2">
            <a:extLst>
              <a:ext uri="{FF2B5EF4-FFF2-40B4-BE49-F238E27FC236}">
                <a16:creationId xmlns:a16="http://schemas.microsoft.com/office/drawing/2014/main" id="{D804DDEA-D1BD-7940-B974-0EA326EA2CD1}"/>
              </a:ext>
            </a:extLst>
          </p:cNvPr>
          <p:cNvSpPr>
            <a:spLocks noGrp="1"/>
          </p:cNvSpPr>
          <p:nvPr>
            <p:ph type="body" sz="quarter" idx="13"/>
          </p:nvPr>
        </p:nvSpPr>
        <p:spPr/>
        <p:txBody>
          <a:bodyPr>
            <a:normAutofit/>
          </a:bodyPr>
          <a:lstStyle/>
          <a:p>
            <a:r>
              <a:rPr lang="en-GB" sz="1400" dirty="0"/>
              <a:t>LLMs have been trained on open-source code for years</a:t>
            </a:r>
          </a:p>
          <a:p>
            <a:pPr lvl="1"/>
            <a:r>
              <a:rPr lang="en-GB" dirty="0"/>
              <a:t>Excellent understanding</a:t>
            </a:r>
          </a:p>
          <a:p>
            <a:pPr lvl="1"/>
            <a:r>
              <a:rPr lang="en-GB" dirty="0"/>
              <a:t>Standard frameworks</a:t>
            </a:r>
          </a:p>
          <a:p>
            <a:pPr lvl="1"/>
            <a:r>
              <a:rPr lang="en-GB" dirty="0"/>
              <a:t>Easy to scan</a:t>
            </a:r>
          </a:p>
          <a:p>
            <a:r>
              <a:rPr lang="en-GB" sz="1400" dirty="0"/>
              <a:t>(Legacy) proprietary code is way harder</a:t>
            </a:r>
          </a:p>
          <a:p>
            <a:pPr lvl="1"/>
            <a:r>
              <a:rPr lang="en-GB" dirty="0"/>
              <a:t>Unstructured</a:t>
            </a:r>
          </a:p>
          <a:p>
            <a:pPr lvl="1"/>
            <a:r>
              <a:rPr lang="en-GB" dirty="0"/>
              <a:t>Outdated frameworks/libraries</a:t>
            </a:r>
          </a:p>
          <a:p>
            <a:pPr lvl="1"/>
            <a:r>
              <a:rPr lang="en-GB" dirty="0"/>
              <a:t>Never seen before by an LLM</a:t>
            </a:r>
          </a:p>
          <a:p>
            <a:r>
              <a:rPr lang="en-GB" sz="1400" dirty="0"/>
              <a:t>Be careful with web search!</a:t>
            </a:r>
          </a:p>
          <a:p>
            <a:endParaRPr lang="en-GB" dirty="0"/>
          </a:p>
        </p:txBody>
      </p:sp>
      <p:sp>
        <p:nvSpPr>
          <p:cNvPr id="4" name="TextBox 3">
            <a:extLst>
              <a:ext uri="{FF2B5EF4-FFF2-40B4-BE49-F238E27FC236}">
                <a16:creationId xmlns:a16="http://schemas.microsoft.com/office/drawing/2014/main" id="{C9054E73-3DC7-FD15-FD31-6E0EF3C4E86C}"/>
              </a:ext>
            </a:extLst>
          </p:cNvPr>
          <p:cNvSpPr txBox="1"/>
          <p:nvPr/>
        </p:nvSpPr>
        <p:spPr>
          <a:xfrm>
            <a:off x="0" y="3856301"/>
            <a:ext cx="9144000" cy="707886"/>
          </a:xfrm>
          <a:prstGeom prst="rect">
            <a:avLst/>
          </a:prstGeom>
          <a:noFill/>
        </p:spPr>
        <p:txBody>
          <a:bodyPr wrap="square" rtlCol="0">
            <a:spAutoFit/>
          </a:bodyPr>
          <a:lstStyle/>
          <a:p>
            <a:pPr algn="ctr"/>
            <a:r>
              <a:rPr lang="en-GB" sz="2000" dirty="0">
                <a:solidFill>
                  <a:schemeClr val="bg1"/>
                </a:solidFill>
              </a:rPr>
              <a:t>Rule #1</a:t>
            </a:r>
          </a:p>
          <a:p>
            <a:pPr algn="ctr"/>
            <a:r>
              <a:rPr lang="en-GB" sz="2000" dirty="0">
                <a:solidFill>
                  <a:schemeClr val="bg1"/>
                </a:solidFill>
              </a:rPr>
              <a:t>Keep your source code out of the training data of LLMs at all costs</a:t>
            </a:r>
            <a:endParaRPr lang="en-BE" sz="2000" dirty="0">
              <a:solidFill>
                <a:schemeClr val="bg1"/>
              </a:solidFill>
            </a:endParaRPr>
          </a:p>
        </p:txBody>
      </p:sp>
    </p:spTree>
    <p:extLst>
      <p:ext uri="{BB962C8B-B14F-4D97-AF65-F5344CB8AC3E}">
        <p14:creationId xmlns:p14="http://schemas.microsoft.com/office/powerpoint/2010/main" val="2392616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E2131E-5C9B-71BE-9E24-8A2ACAD4CE37}"/>
              </a:ext>
            </a:extLst>
          </p:cNvPr>
          <p:cNvSpPr>
            <a:spLocks noGrp="1"/>
          </p:cNvSpPr>
          <p:nvPr>
            <p:ph type="title"/>
          </p:nvPr>
        </p:nvSpPr>
        <p:spPr/>
        <p:txBody>
          <a:bodyPr/>
          <a:lstStyle/>
          <a:p>
            <a:r>
              <a:rPr lang="en-GB" dirty="0"/>
              <a:t>Don’t trust the output</a:t>
            </a:r>
            <a:endParaRPr lang="en-BE" dirty="0"/>
          </a:p>
        </p:txBody>
      </p:sp>
      <p:sp>
        <p:nvSpPr>
          <p:cNvPr id="5" name="Content Placeholder 4">
            <a:extLst>
              <a:ext uri="{FF2B5EF4-FFF2-40B4-BE49-F238E27FC236}">
                <a16:creationId xmlns:a16="http://schemas.microsoft.com/office/drawing/2014/main" id="{82481D40-9A1A-C835-9EE8-D3D752FA9101}"/>
              </a:ext>
            </a:extLst>
          </p:cNvPr>
          <p:cNvSpPr>
            <a:spLocks noGrp="1"/>
          </p:cNvSpPr>
          <p:nvPr>
            <p:ph type="body" sz="quarter" idx="13"/>
          </p:nvPr>
        </p:nvSpPr>
        <p:spPr/>
        <p:txBody>
          <a:bodyPr/>
          <a:lstStyle/>
          <a:p>
            <a:r>
              <a:rPr lang="en-GB" sz="1400" dirty="0"/>
              <a:t>Insecure patterns (XSS, injection, …) are easy to detect</a:t>
            </a:r>
          </a:p>
          <a:p>
            <a:pPr lvl="1"/>
            <a:r>
              <a:rPr lang="en-GB" dirty="0"/>
              <a:t>Traditional code scanners will catch these</a:t>
            </a:r>
          </a:p>
          <a:p>
            <a:r>
              <a:rPr lang="en-GB" sz="1400" dirty="0"/>
              <a:t>Logical vulnerabilities slip through the cracks</a:t>
            </a:r>
          </a:p>
          <a:p>
            <a:pPr lvl="1"/>
            <a:r>
              <a:rPr lang="en-GB" dirty="0"/>
              <a:t>AI-generated code is easier for AI to understand and exploit</a:t>
            </a:r>
          </a:p>
          <a:p>
            <a:r>
              <a:rPr lang="en-GB" sz="1400" dirty="0"/>
              <a:t>Use an internal package registry to fetch dependencies</a:t>
            </a:r>
          </a:p>
        </p:txBody>
      </p:sp>
      <p:sp>
        <p:nvSpPr>
          <p:cNvPr id="3" name="TextBox 2">
            <a:extLst>
              <a:ext uri="{FF2B5EF4-FFF2-40B4-BE49-F238E27FC236}">
                <a16:creationId xmlns:a16="http://schemas.microsoft.com/office/drawing/2014/main" id="{8D1EDC8F-6E78-AA11-6F0D-FF3B1729A597}"/>
              </a:ext>
            </a:extLst>
          </p:cNvPr>
          <p:cNvSpPr txBox="1"/>
          <p:nvPr/>
        </p:nvSpPr>
        <p:spPr>
          <a:xfrm>
            <a:off x="0" y="3856301"/>
            <a:ext cx="9144000" cy="707886"/>
          </a:xfrm>
          <a:prstGeom prst="rect">
            <a:avLst/>
          </a:prstGeom>
          <a:noFill/>
        </p:spPr>
        <p:txBody>
          <a:bodyPr wrap="square" rtlCol="0">
            <a:spAutoFit/>
          </a:bodyPr>
          <a:lstStyle/>
          <a:p>
            <a:pPr algn="ctr"/>
            <a:r>
              <a:rPr lang="en-GB" sz="2000" dirty="0">
                <a:solidFill>
                  <a:schemeClr val="bg1"/>
                </a:solidFill>
              </a:rPr>
              <a:t>Rule #2</a:t>
            </a:r>
          </a:p>
          <a:p>
            <a:pPr algn="ctr"/>
            <a:r>
              <a:rPr lang="en-GB" sz="2000" dirty="0">
                <a:solidFill>
                  <a:schemeClr val="bg1"/>
                </a:solidFill>
              </a:rPr>
              <a:t>Everything an AI agent produces, needs to be reviewed</a:t>
            </a:r>
            <a:endParaRPr lang="en-BE" sz="2000" dirty="0">
              <a:solidFill>
                <a:schemeClr val="bg1"/>
              </a:solidFill>
            </a:endParaRPr>
          </a:p>
        </p:txBody>
      </p:sp>
    </p:spTree>
    <p:extLst>
      <p:ext uri="{BB962C8B-B14F-4D97-AF65-F5344CB8AC3E}">
        <p14:creationId xmlns:p14="http://schemas.microsoft.com/office/powerpoint/2010/main" val="2224008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F6434-C315-D99B-F958-364892A8BBCB}"/>
              </a:ext>
            </a:extLst>
          </p:cNvPr>
          <p:cNvSpPr>
            <a:spLocks noGrp="1"/>
          </p:cNvSpPr>
          <p:nvPr>
            <p:ph type="title"/>
          </p:nvPr>
        </p:nvSpPr>
        <p:spPr/>
        <p:txBody>
          <a:bodyPr/>
          <a:lstStyle/>
          <a:p>
            <a:r>
              <a:rPr lang="en-GB" dirty="0"/>
              <a:t>Beware the meat proxy</a:t>
            </a:r>
            <a:endParaRPr lang="en-BE" dirty="0"/>
          </a:p>
        </p:txBody>
      </p:sp>
      <p:pic>
        <p:nvPicPr>
          <p:cNvPr id="6" name="Picture 5" descr="lgtmLetsMerge : r/ProgrammerHumor">
            <a:extLst>
              <a:ext uri="{FF2B5EF4-FFF2-40B4-BE49-F238E27FC236}">
                <a16:creationId xmlns:a16="http://schemas.microsoft.com/office/drawing/2014/main" id="{F6F3632A-9C49-22DD-33D8-0C5A5205E203}"/>
              </a:ext>
            </a:extLst>
          </p:cNvPr>
          <p:cNvPicPr>
            <a:picLocks noChangeAspect="1"/>
          </p:cNvPicPr>
          <p:nvPr/>
        </p:nvPicPr>
        <p:blipFill>
          <a:blip r:embed="rId3"/>
          <a:stretch>
            <a:fillRect/>
          </a:stretch>
        </p:blipFill>
        <p:spPr>
          <a:xfrm>
            <a:off x="2511028" y="714712"/>
            <a:ext cx="4121944" cy="3246031"/>
          </a:xfrm>
          <a:prstGeom prst="rect">
            <a:avLst/>
          </a:prstGeom>
        </p:spPr>
      </p:pic>
      <p:sp>
        <p:nvSpPr>
          <p:cNvPr id="7" name="TextBox 6">
            <a:extLst>
              <a:ext uri="{FF2B5EF4-FFF2-40B4-BE49-F238E27FC236}">
                <a16:creationId xmlns:a16="http://schemas.microsoft.com/office/drawing/2014/main" id="{4E06CBDD-E3D0-8713-FFB6-DFF1F428FD8C}"/>
              </a:ext>
            </a:extLst>
          </p:cNvPr>
          <p:cNvSpPr txBox="1"/>
          <p:nvPr/>
        </p:nvSpPr>
        <p:spPr>
          <a:xfrm>
            <a:off x="0" y="3862833"/>
            <a:ext cx="9144000" cy="707886"/>
          </a:xfrm>
          <a:prstGeom prst="rect">
            <a:avLst/>
          </a:prstGeom>
          <a:noFill/>
        </p:spPr>
        <p:txBody>
          <a:bodyPr wrap="square" rtlCol="0">
            <a:spAutoFit/>
          </a:bodyPr>
          <a:lstStyle/>
          <a:p>
            <a:pPr algn="ctr"/>
            <a:r>
              <a:rPr lang="en-GB" sz="2000" dirty="0">
                <a:solidFill>
                  <a:schemeClr val="bg1"/>
                </a:solidFill>
              </a:rPr>
              <a:t>Rule #3</a:t>
            </a:r>
          </a:p>
          <a:p>
            <a:pPr algn="ctr"/>
            <a:r>
              <a:rPr lang="en-GB" sz="2000" dirty="0">
                <a:solidFill>
                  <a:schemeClr val="bg1"/>
                </a:solidFill>
              </a:rPr>
              <a:t>Outsource the typing, not the thinking</a:t>
            </a:r>
            <a:endParaRPr lang="en-BE" sz="2000" dirty="0">
              <a:solidFill>
                <a:schemeClr val="bg1"/>
              </a:solidFill>
            </a:endParaRPr>
          </a:p>
        </p:txBody>
      </p:sp>
    </p:spTree>
    <p:extLst>
      <p:ext uri="{BB962C8B-B14F-4D97-AF65-F5344CB8AC3E}">
        <p14:creationId xmlns:p14="http://schemas.microsoft.com/office/powerpoint/2010/main" val="3189374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F419-BAC6-E423-6657-4CA794BC4CCA}"/>
              </a:ext>
            </a:extLst>
          </p:cNvPr>
          <p:cNvSpPr>
            <a:spLocks noGrp="1"/>
          </p:cNvSpPr>
          <p:nvPr>
            <p:ph type="title"/>
          </p:nvPr>
        </p:nvSpPr>
        <p:spPr/>
        <p:txBody>
          <a:bodyPr/>
          <a:lstStyle/>
          <a:p>
            <a:r>
              <a:rPr lang="en-GB" dirty="0"/>
              <a:t>Demo time: a user with bad intentions</a:t>
            </a:r>
            <a:endParaRPr lang="en-BE" dirty="0"/>
          </a:p>
        </p:txBody>
      </p:sp>
      <p:sp>
        <p:nvSpPr>
          <p:cNvPr id="4" name="Text Placeholder 3">
            <a:extLst>
              <a:ext uri="{FF2B5EF4-FFF2-40B4-BE49-F238E27FC236}">
                <a16:creationId xmlns:a16="http://schemas.microsoft.com/office/drawing/2014/main" id="{9AEA14A0-CECA-255F-6AE4-E3F1158216A9}"/>
              </a:ext>
            </a:extLst>
          </p:cNvPr>
          <p:cNvSpPr>
            <a:spLocks noGrp="1"/>
          </p:cNvSpPr>
          <p:nvPr>
            <p:ph type="body" sz="quarter" idx="12"/>
          </p:nvPr>
        </p:nvSpPr>
        <p:spPr/>
        <p:txBody>
          <a:bodyPr/>
          <a:lstStyle/>
          <a:p>
            <a:r>
              <a:rPr lang="en-GB" dirty="0"/>
              <a:t>And what you can do to protect your chatbots against them</a:t>
            </a:r>
            <a:endParaRPr lang="en-BE" dirty="0"/>
          </a:p>
        </p:txBody>
      </p:sp>
    </p:spTree>
    <p:extLst>
      <p:ext uri="{BB962C8B-B14F-4D97-AF65-F5344CB8AC3E}">
        <p14:creationId xmlns:p14="http://schemas.microsoft.com/office/powerpoint/2010/main" val="1614354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BDBF9-24D8-65BB-094D-5A631AD763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817FCB-B0D9-8420-8240-7DD754AF6DDE}"/>
              </a:ext>
            </a:extLst>
          </p:cNvPr>
          <p:cNvSpPr>
            <a:spLocks noGrp="1"/>
          </p:cNvSpPr>
          <p:nvPr>
            <p:ph type="title"/>
          </p:nvPr>
        </p:nvSpPr>
        <p:spPr>
          <a:xfrm>
            <a:off x="837941" y="263441"/>
            <a:ext cx="3380594" cy="430888"/>
          </a:xfrm>
        </p:spPr>
        <p:txBody>
          <a:bodyPr/>
          <a:lstStyle/>
          <a:p>
            <a:r>
              <a:rPr lang="en-GB" dirty="0"/>
              <a:t>Demo 1: attacking the system prompt</a:t>
            </a:r>
            <a:endParaRPr lang="en-BE" dirty="0"/>
          </a:p>
        </p:txBody>
      </p:sp>
      <p:pic>
        <p:nvPicPr>
          <p:cNvPr id="3" name="Picture 2">
            <a:extLst>
              <a:ext uri="{FF2B5EF4-FFF2-40B4-BE49-F238E27FC236}">
                <a16:creationId xmlns:a16="http://schemas.microsoft.com/office/drawing/2014/main" id="{0CBF570B-6029-AD11-09D1-1D7A947123A2}"/>
              </a:ext>
            </a:extLst>
          </p:cNvPr>
          <p:cNvPicPr>
            <a:picLocks noChangeAspect="1"/>
          </p:cNvPicPr>
          <p:nvPr/>
        </p:nvPicPr>
        <p:blipFill>
          <a:blip r:embed="rId3"/>
          <a:stretch>
            <a:fillRect/>
          </a:stretch>
        </p:blipFill>
        <p:spPr>
          <a:xfrm>
            <a:off x="4572000" y="0"/>
            <a:ext cx="4507550" cy="3576918"/>
          </a:xfrm>
          <a:prstGeom prst="rect">
            <a:avLst/>
          </a:prstGeom>
        </p:spPr>
      </p:pic>
      <p:sp>
        <p:nvSpPr>
          <p:cNvPr id="7" name="Rectangle 6">
            <a:extLst>
              <a:ext uri="{FF2B5EF4-FFF2-40B4-BE49-F238E27FC236}">
                <a16:creationId xmlns:a16="http://schemas.microsoft.com/office/drawing/2014/main" id="{F0F70FF9-92A2-3295-7D45-E3AB57481536}"/>
              </a:ext>
            </a:extLst>
          </p:cNvPr>
          <p:cNvSpPr/>
          <p:nvPr/>
        </p:nvSpPr>
        <p:spPr>
          <a:xfrm>
            <a:off x="5893654" y="1252497"/>
            <a:ext cx="1152605" cy="145997"/>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8" name="Rectangle 7">
            <a:extLst>
              <a:ext uri="{FF2B5EF4-FFF2-40B4-BE49-F238E27FC236}">
                <a16:creationId xmlns:a16="http://schemas.microsoft.com/office/drawing/2014/main" id="{BB35B5EE-75A8-B042-AF6E-F2119FD93AFC}"/>
              </a:ext>
            </a:extLst>
          </p:cNvPr>
          <p:cNvSpPr/>
          <p:nvPr/>
        </p:nvSpPr>
        <p:spPr>
          <a:xfrm>
            <a:off x="4756417" y="1913324"/>
            <a:ext cx="3258029" cy="222837"/>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 name="Rectangle 9">
            <a:extLst>
              <a:ext uri="{FF2B5EF4-FFF2-40B4-BE49-F238E27FC236}">
                <a16:creationId xmlns:a16="http://schemas.microsoft.com/office/drawing/2014/main" id="{9A5D5FCD-15C1-6501-3A2C-C3E05E505848}"/>
              </a:ext>
            </a:extLst>
          </p:cNvPr>
          <p:cNvSpPr/>
          <p:nvPr/>
        </p:nvSpPr>
        <p:spPr>
          <a:xfrm>
            <a:off x="6285539" y="2136161"/>
            <a:ext cx="1728907" cy="1524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TextBox 10">
            <a:extLst>
              <a:ext uri="{FF2B5EF4-FFF2-40B4-BE49-F238E27FC236}">
                <a16:creationId xmlns:a16="http://schemas.microsoft.com/office/drawing/2014/main" id="{3CFC47A0-E008-3CB4-25F7-8A847D6D4CFF}"/>
              </a:ext>
            </a:extLst>
          </p:cNvPr>
          <p:cNvSpPr txBox="1"/>
          <p:nvPr/>
        </p:nvSpPr>
        <p:spPr>
          <a:xfrm>
            <a:off x="507146" y="1398494"/>
            <a:ext cx="3811281" cy="276625"/>
          </a:xfrm>
          <a:prstGeom prst="rect">
            <a:avLst/>
          </a:prstGeom>
          <a:noFill/>
        </p:spPr>
        <p:txBody>
          <a:bodyPr wrap="square" rtlCol="0">
            <a:noAutofit/>
          </a:bodyPr>
          <a:lstStyle/>
          <a:p>
            <a:pPr algn="l">
              <a:lnSpc>
                <a:spcPct val="150000"/>
              </a:lnSpc>
            </a:pPr>
            <a:r>
              <a:rPr lang="en-GB" sz="1200" dirty="0"/>
              <a:t>Protection mechanisms should be in front of the chatbot, not embedded in it</a:t>
            </a:r>
          </a:p>
          <a:p>
            <a:pPr marL="171450" indent="-171450" algn="l">
              <a:lnSpc>
                <a:spcPct val="150000"/>
              </a:lnSpc>
              <a:buFont typeface="Arial" panose="020B0604020202020204" pitchFamily="34" charset="0"/>
              <a:buChar char="•"/>
            </a:pPr>
            <a:r>
              <a:rPr lang="en-GB" sz="1050" dirty="0"/>
              <a:t>Don’t rely on 1 layer of guardrails (</a:t>
            </a:r>
            <a:r>
              <a:rPr lang="en-GB" sz="1050" dirty="0" err="1"/>
              <a:t>defense</a:t>
            </a:r>
            <a:r>
              <a:rPr lang="en-GB" sz="1050" dirty="0"/>
              <a:t> in depth)</a:t>
            </a:r>
          </a:p>
          <a:p>
            <a:pPr marL="171450" indent="-171450" algn="l">
              <a:lnSpc>
                <a:spcPct val="150000"/>
              </a:lnSpc>
              <a:buFont typeface="Arial" panose="020B0604020202020204" pitchFamily="34" charset="0"/>
              <a:buChar char="•"/>
            </a:pPr>
            <a:r>
              <a:rPr lang="en-GB" sz="1050" dirty="0"/>
              <a:t>Each layer checks for a different abuse case</a:t>
            </a:r>
          </a:p>
          <a:p>
            <a:pPr marL="514350" lvl="1" indent="-171450">
              <a:lnSpc>
                <a:spcPct val="150000"/>
              </a:lnSpc>
              <a:buFont typeface="Arial" panose="020B0604020202020204" pitchFamily="34" charset="0"/>
              <a:buChar char="•"/>
            </a:pPr>
            <a:r>
              <a:rPr lang="en-GB" sz="1000" dirty="0"/>
              <a:t>Look for a canary</a:t>
            </a:r>
          </a:p>
          <a:p>
            <a:pPr marL="514350" lvl="1" indent="-171450">
              <a:lnSpc>
                <a:spcPct val="150000"/>
              </a:lnSpc>
              <a:buFont typeface="Arial" panose="020B0604020202020204" pitchFamily="34" charset="0"/>
              <a:buChar char="•"/>
            </a:pPr>
            <a:r>
              <a:rPr lang="en-GB" sz="1000" dirty="0"/>
              <a:t>Inputs that refer to the system prompt </a:t>
            </a:r>
          </a:p>
          <a:p>
            <a:pPr marL="514350" lvl="1" indent="-171450">
              <a:lnSpc>
                <a:spcPct val="150000"/>
              </a:lnSpc>
              <a:buFont typeface="Arial" panose="020B0604020202020204" pitchFamily="34" charset="0"/>
              <a:buChar char="•"/>
            </a:pPr>
            <a:r>
              <a:rPr lang="en-GB" sz="1000" dirty="0"/>
              <a:t>Outputs that resemble the system prompt</a:t>
            </a:r>
          </a:p>
          <a:p>
            <a:pPr marL="514350" lvl="1" indent="-171450">
              <a:lnSpc>
                <a:spcPct val="150000"/>
              </a:lnSpc>
              <a:buFont typeface="Arial" panose="020B0604020202020204" pitchFamily="34" charset="0"/>
              <a:buChar char="•"/>
            </a:pPr>
            <a:r>
              <a:rPr lang="en-GB" sz="1000" dirty="0"/>
              <a:t>Added/modified persona</a:t>
            </a:r>
          </a:p>
          <a:p>
            <a:pPr marL="514350" lvl="1" indent="-171450">
              <a:lnSpc>
                <a:spcPct val="150000"/>
              </a:lnSpc>
              <a:buFont typeface="Arial" panose="020B0604020202020204" pitchFamily="34" charset="0"/>
              <a:buChar char="•"/>
            </a:pPr>
            <a:r>
              <a:rPr lang="en-GB" sz="1000" dirty="0"/>
              <a:t>LLM-as-a-judge output guardrail</a:t>
            </a:r>
          </a:p>
          <a:p>
            <a:pPr marL="514350" lvl="1" indent="-171450">
              <a:lnSpc>
                <a:spcPct val="150000"/>
              </a:lnSpc>
              <a:buFont typeface="Arial" panose="020B0604020202020204" pitchFamily="34" charset="0"/>
              <a:buChar char="•"/>
            </a:pPr>
            <a:r>
              <a:rPr lang="en-GB" sz="1000" dirty="0"/>
              <a:t>…</a:t>
            </a:r>
            <a:endParaRPr lang="en-BE" sz="1000" dirty="0"/>
          </a:p>
        </p:txBody>
      </p:sp>
    </p:spTree>
    <p:extLst>
      <p:ext uri="{BB962C8B-B14F-4D97-AF65-F5344CB8AC3E}">
        <p14:creationId xmlns:p14="http://schemas.microsoft.com/office/powerpoint/2010/main" val="39559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B80A0-2E2A-D6B6-266E-AE260E7207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C422BB-1A52-2C50-0579-5115572E2102}"/>
              </a:ext>
            </a:extLst>
          </p:cNvPr>
          <p:cNvSpPr>
            <a:spLocks noGrp="1"/>
          </p:cNvSpPr>
          <p:nvPr>
            <p:ph type="title"/>
          </p:nvPr>
        </p:nvSpPr>
        <p:spPr>
          <a:xfrm>
            <a:off x="837940" y="263441"/>
            <a:ext cx="4348783" cy="430888"/>
          </a:xfrm>
        </p:spPr>
        <p:txBody>
          <a:bodyPr/>
          <a:lstStyle/>
          <a:p>
            <a:r>
              <a:rPr lang="en-GB" dirty="0"/>
              <a:t>Demo 1: attacking the system prompt</a:t>
            </a:r>
            <a:endParaRPr lang="en-BE" dirty="0"/>
          </a:p>
        </p:txBody>
      </p:sp>
      <p:pic>
        <p:nvPicPr>
          <p:cNvPr id="5" name="Picture 4">
            <a:extLst>
              <a:ext uri="{FF2B5EF4-FFF2-40B4-BE49-F238E27FC236}">
                <a16:creationId xmlns:a16="http://schemas.microsoft.com/office/drawing/2014/main" id="{F19ADBFA-BBC6-9D2D-DE07-C57CC1750748}"/>
              </a:ext>
            </a:extLst>
          </p:cNvPr>
          <p:cNvPicPr>
            <a:picLocks noChangeAspect="1"/>
          </p:cNvPicPr>
          <p:nvPr/>
        </p:nvPicPr>
        <p:blipFill>
          <a:blip r:embed="rId3"/>
          <a:stretch>
            <a:fillRect/>
          </a:stretch>
        </p:blipFill>
        <p:spPr>
          <a:xfrm>
            <a:off x="4572000" y="0"/>
            <a:ext cx="4517020" cy="5145088"/>
          </a:xfrm>
          <a:prstGeom prst="rect">
            <a:avLst/>
          </a:prstGeom>
        </p:spPr>
      </p:pic>
      <p:sp>
        <p:nvSpPr>
          <p:cNvPr id="7" name="TextBox 6">
            <a:extLst>
              <a:ext uri="{FF2B5EF4-FFF2-40B4-BE49-F238E27FC236}">
                <a16:creationId xmlns:a16="http://schemas.microsoft.com/office/drawing/2014/main" id="{83A4AA3A-1255-4037-D394-77B2949FA6BC}"/>
              </a:ext>
            </a:extLst>
          </p:cNvPr>
          <p:cNvSpPr txBox="1"/>
          <p:nvPr/>
        </p:nvSpPr>
        <p:spPr>
          <a:xfrm>
            <a:off x="507146" y="1398494"/>
            <a:ext cx="3811281" cy="276625"/>
          </a:xfrm>
          <a:prstGeom prst="rect">
            <a:avLst/>
          </a:prstGeom>
          <a:noFill/>
        </p:spPr>
        <p:txBody>
          <a:bodyPr wrap="square" rtlCol="0">
            <a:noAutofit/>
          </a:bodyPr>
          <a:lstStyle/>
          <a:p>
            <a:pPr algn="l">
              <a:lnSpc>
                <a:spcPct val="150000"/>
              </a:lnSpc>
            </a:pPr>
            <a:r>
              <a:rPr lang="en-GB" sz="1200" dirty="0"/>
              <a:t>Protection mechanisms should be in front of the chatbot, not embedded in it</a:t>
            </a:r>
          </a:p>
          <a:p>
            <a:pPr marL="171450" indent="-171450" algn="l">
              <a:lnSpc>
                <a:spcPct val="150000"/>
              </a:lnSpc>
              <a:buFont typeface="Arial" panose="020B0604020202020204" pitchFamily="34" charset="0"/>
              <a:buChar char="•"/>
            </a:pPr>
            <a:r>
              <a:rPr lang="en-GB" sz="1050" dirty="0"/>
              <a:t>Don’t rely on 1 layer of guardrails (</a:t>
            </a:r>
            <a:r>
              <a:rPr lang="en-GB" sz="1050" dirty="0" err="1"/>
              <a:t>defense</a:t>
            </a:r>
            <a:r>
              <a:rPr lang="en-GB" sz="1050" dirty="0"/>
              <a:t> in depth)</a:t>
            </a:r>
          </a:p>
          <a:p>
            <a:pPr marL="171450" indent="-171450" algn="l">
              <a:lnSpc>
                <a:spcPct val="150000"/>
              </a:lnSpc>
              <a:buFont typeface="Arial" panose="020B0604020202020204" pitchFamily="34" charset="0"/>
              <a:buChar char="•"/>
            </a:pPr>
            <a:r>
              <a:rPr lang="en-GB" sz="1050" dirty="0"/>
              <a:t>Each layer checks for a different abuse case</a:t>
            </a:r>
          </a:p>
          <a:p>
            <a:pPr marL="514350" lvl="1" indent="-171450">
              <a:lnSpc>
                <a:spcPct val="150000"/>
              </a:lnSpc>
              <a:buFont typeface="Arial" panose="020B0604020202020204" pitchFamily="34" charset="0"/>
              <a:buChar char="•"/>
            </a:pPr>
            <a:r>
              <a:rPr lang="en-GB" sz="1000" dirty="0"/>
              <a:t>Look for a canary</a:t>
            </a:r>
          </a:p>
          <a:p>
            <a:pPr marL="514350" lvl="1" indent="-171450">
              <a:lnSpc>
                <a:spcPct val="150000"/>
              </a:lnSpc>
              <a:buFont typeface="Arial" panose="020B0604020202020204" pitchFamily="34" charset="0"/>
              <a:buChar char="•"/>
            </a:pPr>
            <a:r>
              <a:rPr lang="en-GB" sz="1000" dirty="0"/>
              <a:t>Inputs that refer to the system prompt </a:t>
            </a:r>
          </a:p>
          <a:p>
            <a:pPr marL="514350" lvl="1" indent="-171450">
              <a:lnSpc>
                <a:spcPct val="150000"/>
              </a:lnSpc>
              <a:buFont typeface="Arial" panose="020B0604020202020204" pitchFamily="34" charset="0"/>
              <a:buChar char="•"/>
            </a:pPr>
            <a:r>
              <a:rPr lang="en-GB" sz="1000" dirty="0"/>
              <a:t>Outputs that resemble the system prompt</a:t>
            </a:r>
          </a:p>
          <a:p>
            <a:pPr marL="514350" lvl="1" indent="-171450">
              <a:lnSpc>
                <a:spcPct val="150000"/>
              </a:lnSpc>
              <a:buFont typeface="Arial" panose="020B0604020202020204" pitchFamily="34" charset="0"/>
              <a:buChar char="•"/>
            </a:pPr>
            <a:r>
              <a:rPr lang="en-GB" sz="1000" dirty="0"/>
              <a:t>Added/modified persona</a:t>
            </a:r>
          </a:p>
          <a:p>
            <a:pPr marL="514350" lvl="1" indent="-171450">
              <a:lnSpc>
                <a:spcPct val="150000"/>
              </a:lnSpc>
              <a:buFont typeface="Arial" panose="020B0604020202020204" pitchFamily="34" charset="0"/>
              <a:buChar char="•"/>
            </a:pPr>
            <a:r>
              <a:rPr lang="en-GB" sz="1000" dirty="0"/>
              <a:t>LLM-as-a-judge output guardrail</a:t>
            </a:r>
          </a:p>
          <a:p>
            <a:pPr marL="514350" lvl="1" indent="-171450">
              <a:lnSpc>
                <a:spcPct val="150000"/>
              </a:lnSpc>
              <a:buFont typeface="Arial" panose="020B0604020202020204" pitchFamily="34" charset="0"/>
              <a:buChar char="•"/>
            </a:pPr>
            <a:r>
              <a:rPr lang="en-GB" sz="1000" dirty="0"/>
              <a:t>…</a:t>
            </a:r>
            <a:endParaRPr lang="en-BE" sz="1000" dirty="0"/>
          </a:p>
        </p:txBody>
      </p:sp>
    </p:spTree>
    <p:extLst>
      <p:ext uri="{BB962C8B-B14F-4D97-AF65-F5344CB8AC3E}">
        <p14:creationId xmlns:p14="http://schemas.microsoft.com/office/powerpoint/2010/main" val="3548025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2B88C-9FBA-7E61-4524-BC821539A3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3ECFE7-6A42-9EF1-2A6C-C7F2BBDEE76C}"/>
              </a:ext>
            </a:extLst>
          </p:cNvPr>
          <p:cNvSpPr>
            <a:spLocks noGrp="1"/>
          </p:cNvSpPr>
          <p:nvPr>
            <p:ph type="title"/>
          </p:nvPr>
        </p:nvSpPr>
        <p:spPr>
          <a:xfrm>
            <a:off x="837940" y="263441"/>
            <a:ext cx="3618799" cy="430888"/>
          </a:xfrm>
        </p:spPr>
        <p:txBody>
          <a:bodyPr/>
          <a:lstStyle/>
          <a:p>
            <a:r>
              <a:rPr lang="en-GB" dirty="0"/>
              <a:t>Demo 2: safety refusal bypass</a:t>
            </a:r>
            <a:endParaRPr lang="en-BE" dirty="0"/>
          </a:p>
        </p:txBody>
      </p:sp>
      <p:pic>
        <p:nvPicPr>
          <p:cNvPr id="10" name="Picture 9">
            <a:extLst>
              <a:ext uri="{FF2B5EF4-FFF2-40B4-BE49-F238E27FC236}">
                <a16:creationId xmlns:a16="http://schemas.microsoft.com/office/drawing/2014/main" id="{90CFC5C7-0A74-96B8-55BB-D85735C693BC}"/>
              </a:ext>
            </a:extLst>
          </p:cNvPr>
          <p:cNvPicPr>
            <a:picLocks noChangeAspect="1"/>
          </p:cNvPicPr>
          <p:nvPr/>
        </p:nvPicPr>
        <p:blipFill>
          <a:blip r:embed="rId3"/>
          <a:stretch>
            <a:fillRect/>
          </a:stretch>
        </p:blipFill>
        <p:spPr>
          <a:xfrm>
            <a:off x="4805463" y="0"/>
            <a:ext cx="4283557" cy="5145088"/>
          </a:xfrm>
          <a:prstGeom prst="rect">
            <a:avLst/>
          </a:prstGeom>
        </p:spPr>
      </p:pic>
    </p:spTree>
    <p:extLst>
      <p:ext uri="{BB962C8B-B14F-4D97-AF65-F5344CB8AC3E}">
        <p14:creationId xmlns:p14="http://schemas.microsoft.com/office/powerpoint/2010/main" val="2857195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2984A-8707-3B56-AB60-D215740658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EE5F0F-6EB6-AF36-6250-AA759132B72A}"/>
              </a:ext>
            </a:extLst>
          </p:cNvPr>
          <p:cNvSpPr>
            <a:spLocks noGrp="1"/>
          </p:cNvSpPr>
          <p:nvPr>
            <p:ph type="title"/>
          </p:nvPr>
        </p:nvSpPr>
        <p:spPr>
          <a:xfrm>
            <a:off x="837940" y="263441"/>
            <a:ext cx="3618799" cy="430888"/>
          </a:xfrm>
        </p:spPr>
        <p:txBody>
          <a:bodyPr/>
          <a:lstStyle/>
          <a:p>
            <a:r>
              <a:rPr lang="en-GB" dirty="0"/>
              <a:t>Demo 2: safety refusal bypass</a:t>
            </a:r>
            <a:endParaRPr lang="en-BE" dirty="0"/>
          </a:p>
        </p:txBody>
      </p:sp>
      <p:pic>
        <p:nvPicPr>
          <p:cNvPr id="12" name="Picture 11">
            <a:extLst>
              <a:ext uri="{FF2B5EF4-FFF2-40B4-BE49-F238E27FC236}">
                <a16:creationId xmlns:a16="http://schemas.microsoft.com/office/drawing/2014/main" id="{6B21C143-FE36-D106-85A5-EB9688BF9A44}"/>
              </a:ext>
            </a:extLst>
          </p:cNvPr>
          <p:cNvPicPr>
            <a:picLocks noChangeAspect="1"/>
          </p:cNvPicPr>
          <p:nvPr/>
        </p:nvPicPr>
        <p:blipFill>
          <a:blip r:embed="rId3"/>
          <a:stretch>
            <a:fillRect/>
          </a:stretch>
        </p:blipFill>
        <p:spPr>
          <a:xfrm>
            <a:off x="5419855" y="0"/>
            <a:ext cx="3669165" cy="5145088"/>
          </a:xfrm>
          <a:prstGeom prst="rect">
            <a:avLst/>
          </a:prstGeom>
        </p:spPr>
      </p:pic>
    </p:spTree>
    <p:extLst>
      <p:ext uri="{BB962C8B-B14F-4D97-AF65-F5344CB8AC3E}">
        <p14:creationId xmlns:p14="http://schemas.microsoft.com/office/powerpoint/2010/main" val="3448952071"/>
      </p:ext>
    </p:extLst>
  </p:cSld>
  <p:clrMapOvr>
    <a:masterClrMapping/>
  </p:clrMapOvr>
</p:sld>
</file>

<file path=ppt/theme/theme1.xml><?xml version="1.0" encoding="utf-8"?>
<a:theme xmlns:a="http://schemas.openxmlformats.org/drawingml/2006/main" name="7_Belfius_template">
  <a:themeElements>
    <a:clrScheme name="Aangepast 1">
      <a:dk1>
        <a:srgbClr val="000000"/>
      </a:dk1>
      <a:lt1>
        <a:srgbClr val="C30045"/>
      </a:lt1>
      <a:dk2>
        <a:srgbClr val="FFFEFE"/>
      </a:dk2>
      <a:lt2>
        <a:srgbClr val="FFFEFE"/>
      </a:lt2>
      <a:accent1>
        <a:srgbClr val="DC0078"/>
      </a:accent1>
      <a:accent2>
        <a:srgbClr val="D60F3C"/>
      </a:accent2>
      <a:accent3>
        <a:srgbClr val="8C193C"/>
      </a:accent3>
      <a:accent4>
        <a:srgbClr val="4C6270"/>
      </a:accent4>
      <a:accent5>
        <a:srgbClr val="E8E9EC"/>
      </a:accent5>
      <a:accent6>
        <a:srgbClr val="FAAFA0"/>
      </a:accent6>
      <a:hlink>
        <a:srgbClr val="0000FF"/>
      </a:hlink>
      <a:folHlink>
        <a:srgbClr val="FF00FF"/>
      </a:folHlink>
    </a:clrScheme>
    <a:fontScheme name="Custom 2">
      <a:majorFont>
        <a:latin typeface="Belfius21 SemiBold"/>
        <a:ea typeface=""/>
        <a:cs typeface=""/>
      </a:majorFont>
      <a:minorFont>
        <a:latin typeface="Belfius21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noAutofit/>
      </a:bodyPr>
      <a:lstStyle>
        <a:defPPr algn="l">
          <a:lnSpc>
            <a:spcPct val="150000"/>
          </a:lnSpc>
          <a:defRPr dirty="0" smtClean="0"/>
        </a:defPPr>
      </a:lstStyle>
    </a:tx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62C7F6503F35842AB12307ED7898A4F" ma:contentTypeVersion="16" ma:contentTypeDescription="Crée un document." ma:contentTypeScope="" ma:versionID="4ef434ee9ed007dcf73db49b14083b59">
  <xsd:schema xmlns:xsd="http://www.w3.org/2001/XMLSchema" xmlns:xs="http://www.w3.org/2001/XMLSchema" xmlns:p="http://schemas.microsoft.com/office/2006/metadata/properties" xmlns:ns2="a15f7ae6-4629-4dd8-80da-4d56c805beba" xmlns:ns3="674b051e-4ef2-4bc2-9b89-64d652892d83" targetNamespace="http://schemas.microsoft.com/office/2006/metadata/properties" ma:root="true" ma:fieldsID="ad187ce66e4d281f4ef4780b26940e47" ns2:_="" ns3:_="">
    <xsd:import namespace="a15f7ae6-4629-4dd8-80da-4d56c805beba"/>
    <xsd:import namespace="674b051e-4ef2-4bc2-9b89-64d652892d8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element ref="ns2:MediaServiceSearchPropertie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5f7ae6-4629-4dd8-80da-4d56c805be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alises d’images" ma:readOnly="false" ma:fieldId="{5cf76f15-5ced-4ddc-b409-7134ff3c332f}" ma:taxonomyMulti="true" ma:sspId="3ff7705d-d26f-4ffe-b082-22198f8c44e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74b051e-4ef2-4bc2-9b89-64d652892d8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866f7eb1-951c-4867-971a-6672bd6b24c6}" ma:internalName="TaxCatchAll" ma:showField="CatchAllData" ma:web="674b051e-4ef2-4bc2-9b89-64d652892d83">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74b051e-4ef2-4bc2-9b89-64d652892d83" xsi:nil="true"/>
    <lcf76f155ced4ddcb4097134ff3c332f xmlns="a15f7ae6-4629-4dd8-80da-4d56c805beb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0F74332-B882-4192-91C5-303E531AD4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5f7ae6-4629-4dd8-80da-4d56c805beba"/>
    <ds:schemaRef ds:uri="674b051e-4ef2-4bc2-9b89-64d652892d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C4DDD76-3BFE-4212-9837-4DCA3888499D}">
  <ds:schemaRefs>
    <ds:schemaRef ds:uri="http://schemas.microsoft.com/sharepoint/v3/contenttype/forms"/>
  </ds:schemaRefs>
</ds:datastoreItem>
</file>

<file path=customXml/itemProps3.xml><?xml version="1.0" encoding="utf-8"?>
<ds:datastoreItem xmlns:ds="http://schemas.openxmlformats.org/officeDocument/2006/customXml" ds:itemID="{96313766-8E3A-46C6-BB5A-6C6130410724}">
  <ds:schemaRefs>
    <ds:schemaRef ds:uri="http://schemas.microsoft.com/office/2006/metadata/properties"/>
    <ds:schemaRef ds:uri="http://www.w3.org/XML/1998/namespace"/>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674b051e-4ef2-4bc2-9b89-64d652892d83"/>
    <ds:schemaRef ds:uri="a15f7ae6-4629-4dd8-80da-4d56c805beba"/>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18919</TotalTime>
  <Words>1813</Words>
  <Application>Microsoft Office PowerPoint</Application>
  <PresentationFormat>Custom</PresentationFormat>
  <Paragraphs>194</Paragraphs>
  <Slides>18</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Aptos</vt:lpstr>
      <vt:lpstr>Arial</vt:lpstr>
      <vt:lpstr>Belfius Montserrat Light</vt:lpstr>
      <vt:lpstr>Belfius21</vt:lpstr>
      <vt:lpstr>Belfius21 </vt:lpstr>
      <vt:lpstr>Belfius21 ExtraLight</vt:lpstr>
      <vt:lpstr>Belfius21 Light</vt:lpstr>
      <vt:lpstr>Belfius21 SemiBold</vt:lpstr>
      <vt:lpstr>Wingdings</vt:lpstr>
      <vt:lpstr>7_Belfius_template</vt:lpstr>
      <vt:lpstr>AI for security</vt:lpstr>
      <vt:lpstr>The M-word</vt:lpstr>
      <vt:lpstr>AISI’s benchmark</vt:lpstr>
      <vt:lpstr>A new challenge</vt:lpstr>
      <vt:lpstr>It’s not just a security challenge</vt:lpstr>
      <vt:lpstr>It’s not just a security challenge</vt:lpstr>
      <vt:lpstr>It’s not just a security challenge</vt:lpstr>
      <vt:lpstr>Aikido: a strategic partnership</vt:lpstr>
      <vt:lpstr>Aikido: a strategic partnership</vt:lpstr>
      <vt:lpstr>AI-assisted development </vt:lpstr>
      <vt:lpstr>Source code is valuable</vt:lpstr>
      <vt:lpstr>Don’t trust the output</vt:lpstr>
      <vt:lpstr>Beware the meat proxy</vt:lpstr>
      <vt:lpstr>Demo time: a user with bad intentions</vt:lpstr>
      <vt:lpstr>Demo 1: attacking the system prompt</vt:lpstr>
      <vt:lpstr>Demo 1: attacking the system prompt</vt:lpstr>
      <vt:lpstr>Demo 2: safety refusal bypass</vt:lpstr>
      <vt:lpstr>Demo 2: safety refusal bypass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Izabel De Winne</dc:creator>
  <cp:lastModifiedBy>Mattias Claes (Belfius)</cp:lastModifiedBy>
  <cp:revision>200</cp:revision>
  <dcterms:created xsi:type="dcterms:W3CDTF">2024-02-19T08:32:53Z</dcterms:created>
  <dcterms:modified xsi:type="dcterms:W3CDTF">2026-10-05T11:40:26Z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1044538748</vt:i4>
  </property>
  <property fmtid="{D5CDD505-2E9C-101B-9397-08002B2CF9AE}" pid="3" name="_NewReviewCycle">
    <vt:lpwstr/>
  </property>
  <property fmtid="{D5CDD505-2E9C-101B-9397-08002B2CF9AE}" pid="4" name="_EmailSubject">
    <vt:lpwstr>News template PPT Technology</vt:lpwstr>
  </property>
  <property fmtid="{D5CDD505-2E9C-101B-9397-08002B2CF9AE}" pid="5" name="_AuthorEmail">
    <vt:lpwstr>Louise.Dekeuleneer@belfius.be</vt:lpwstr>
  </property>
  <property fmtid="{D5CDD505-2E9C-101B-9397-08002B2CF9AE}" pid="6" name="_AuthorEmailDisplayName">
    <vt:lpwstr>Louise Dekeuleneer (Belfius)</vt:lpwstr>
  </property>
  <property fmtid="{D5CDD505-2E9C-101B-9397-08002B2CF9AE}" pid="7" name="_PreviousAdHocReviewCycleID">
    <vt:i4>183024154</vt:i4>
  </property>
  <property fmtid="{D5CDD505-2E9C-101B-9397-08002B2CF9AE}" pid="8" name="ContentTypeId">
    <vt:lpwstr>0x010100662C7F6503F35842AB12307ED7898A4F</vt:lpwstr>
  </property>
  <property fmtid="{D5CDD505-2E9C-101B-9397-08002B2CF9AE}" pid="9" name="MediaServiceImageTags">
    <vt:lpwstr/>
  </property>
</Properties>
</file>